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4" r:id="rId5"/>
    <p:sldMasterId id="2147483715" r:id="rId6"/>
    <p:sldMasterId id="2147483716"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Lst>
  <p:sldSz cy="5143500" cx="9144000"/>
  <p:notesSz cx="6858000" cy="9144000"/>
  <p:embeddedFontLst>
    <p:embeddedFont>
      <p:font typeface="Roboto"/>
      <p:regular r:id="rId34"/>
      <p:bold r:id="rId35"/>
      <p:italic r:id="rId36"/>
      <p:boldItalic r:id="rId37"/>
    </p:embeddedFont>
    <p:embeddedFont>
      <p:font typeface="Open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6BB4AA-CFEC-486B-9C4C-739FDA7BA778}">
  <a:tblStyle styleId="{C46BB4AA-CFEC-486B-9C4C-739FDA7BA77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italic.fntdata"/><Relationship Id="rId41" Type="http://schemas.openxmlformats.org/officeDocument/2006/relationships/font" Target="fonts/OpenSans-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font" Target="fonts/Roboto-bold.fntdata"/><Relationship Id="rId34" Type="http://schemas.openxmlformats.org/officeDocument/2006/relationships/font" Target="fonts/Roboto-regular.fntdata"/><Relationship Id="rId37" Type="http://schemas.openxmlformats.org/officeDocument/2006/relationships/font" Target="fonts/Roboto-boldItalic.fntdata"/><Relationship Id="rId36" Type="http://schemas.openxmlformats.org/officeDocument/2006/relationships/font" Target="fonts/Roboto-italic.fntdata"/><Relationship Id="rId39" Type="http://schemas.openxmlformats.org/officeDocument/2006/relationships/font" Target="fonts/OpenSans-bold.fntdata"/><Relationship Id="rId38" Type="http://schemas.openxmlformats.org/officeDocument/2006/relationships/font" Target="fonts/OpenSans-regular.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e22d776aff_2_6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g3e22d776aff_2_6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
            </a:br>
            <a:endParaRPr/>
          </a:p>
        </p:txBody>
      </p:sp>
      <p:sp>
        <p:nvSpPr>
          <p:cNvPr id="505" name="Google Shape;505;g3e22d776aff_2_6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sz="1200"/>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e22d776aff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e22d776aff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e22d776aff_3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e22d776aff_3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e22d776aff_3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e22d776aff_3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e22d776aff_3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e22d776aff_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e22d776aff_4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e22d776aff_4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1200"/>
              </a:spcBef>
              <a:spcAft>
                <a:spcPts val="0"/>
              </a:spcAft>
              <a:buClr>
                <a:schemeClr val="dk1"/>
              </a:buClr>
              <a:buSzPts val="1500"/>
              <a:buChar char="●"/>
            </a:pPr>
            <a:r>
              <a:rPr b="1" lang="en" sz="1500">
                <a:solidFill>
                  <a:schemeClr val="dk1"/>
                </a:solidFill>
              </a:rPr>
              <a:t>Recovery phenotypes:</a:t>
            </a:r>
            <a:r>
              <a:rPr lang="en" sz="1500">
                <a:solidFill>
                  <a:schemeClr val="dk1"/>
                </a:solidFill>
              </a:rPr>
              <a:t> represent different patient recovery pathways (e.g., faster, delayed, or unstable recovery) to reflect real-world variability.</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Markov chains:</a:t>
            </a:r>
            <a:r>
              <a:rPr lang="en" sz="1500">
                <a:solidFill>
                  <a:schemeClr val="dk1"/>
                </a:solidFill>
              </a:rPr>
              <a:t> simulate progression between recovery states over time, where future outcomes depend on the current state.</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Future states depend on the patient’s current condition, allowing realistic simulation of dynamic rehabilitation pathways while maintaining computational efficiency.</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Missingness mechanisms:</a:t>
            </a:r>
            <a:r>
              <a:rPr lang="en" sz="1500">
                <a:solidFill>
                  <a:schemeClr val="dk1"/>
                </a:solidFill>
              </a:rPr>
              <a:t> introduce incomplete observations to mimic challenges commonly found in healthcare and wearable datasets.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Application:</a:t>
            </a:r>
            <a:r>
              <a:rPr lang="en" sz="1500">
                <a:solidFill>
                  <a:schemeClr val="dk1"/>
                </a:solidFill>
              </a:rPr>
              <a:t> designed for dashboard integration, scenario testing, and analysis of recovery trajectories under different conditions.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e22d776aff_3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e22d776aff_3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e22d776aff_3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e22d776aff_3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e22d776aff_2_6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g3e22d776aff_2_6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
            </a:br>
            <a:r>
              <a:rPr lang="en" sz="1200">
                <a:solidFill>
                  <a:srgbClr val="6E6C68"/>
                </a:solidFill>
                <a:highlight>
                  <a:srgbClr val="FDFDFC"/>
                </a:highlight>
                <a:latin typeface="Roboto"/>
                <a:ea typeface="Roboto"/>
                <a:cs typeface="Roboto"/>
                <a:sym typeface="Roboto"/>
              </a:rPr>
              <a:t>Good afternoon everyone. We are Fantastic 4 — Group 4 — and we're going to walk you through our work on Task 2: identifying recovery trajectory groups under different missingness scenarios.</a:t>
            </a:r>
            <a:endParaRPr sz="1200">
              <a:solidFill>
                <a:srgbClr val="6E6C68"/>
              </a:solidFill>
              <a:highlight>
                <a:srgbClr val="FDFDFC"/>
              </a:highlight>
              <a:latin typeface="Roboto"/>
              <a:ea typeface="Roboto"/>
              <a:cs typeface="Roboto"/>
              <a:sym typeface="Roboto"/>
            </a:endParaRPr>
          </a:p>
          <a:p>
            <a:pPr indent="0" lvl="0" marL="457200" rtl="0" algn="l">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we'll share how we approached the problem, what we found, what surprised us, and what we'd recommend for real-world use</a:t>
            </a:r>
            <a:endParaRPr/>
          </a:p>
        </p:txBody>
      </p:sp>
      <p:sp>
        <p:nvSpPr>
          <p:cNvPr id="585" name="Google Shape;585;g3e22d776aff_2_6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sz="1200"/>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e22d776aff_3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e22d776aff_3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The task was to take daily step count data from post-treatment patients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like knee replacement recovery and identify which patients fall into 'fast', 'moderate', or 'slow' recovery groups.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The catch is that we have to do this under different missingness scenarios, because real wearable data is never complete.</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We use the  shiny app to generate 365-day step trajectories. And output the data.</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Starting from here, we try to identify how well can we identify groups with no missing data, how does performance change as missingness increases, does the mechanism matter, and at what level does identification become unreliable.</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We will address all four questions and give clear, practical answers for each.</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e22d776aff_2_6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g3e22d776aff_2_6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Our approach uses a three-phase validation design across 23 datasets.</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Phase 1 is training. We use one complete cohort , generated with random seed of 50  to train K-means and lock the model.</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Phase 2 is external validation. We test on a different complete cohort  seed of 42.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I am mentioning this because this is one key thing ive learned l: training and testing data come from different cohorts, so we are measuring true generalisation, not memorisation.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Phase 3 is the missingness sensitivity analysis. We use 21 datasets derived from the Cohort B patients, with 7 missingness levels — 10, 25, 50, 75, 90, 95, and 99 percent — crossed with 3 mechanisms: MCAR, MAR, and MNAR.</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We deliberately chose 7 levels rather than just a few, so we can see exactly where the model starts to break down. And we held every other simulator parameter constant ( age, BMI, number of patients, seed ) so any change in accuracy is attributable to missingness alone.</a:t>
            </a:r>
            <a:endParaRPr sz="1200">
              <a:solidFill>
                <a:srgbClr val="6E6C68"/>
              </a:solidFill>
              <a:highlight>
                <a:srgbClr val="FDFDFC"/>
              </a:highlight>
              <a:latin typeface="Roboto"/>
              <a:ea typeface="Roboto"/>
              <a:cs typeface="Roboto"/>
              <a:sym typeface="Roboto"/>
            </a:endParaRPr>
          </a:p>
          <a:p>
            <a:pPr indent="0" lvl="0" marL="0" rtl="0" algn="l">
              <a:spcBef>
                <a:spcPts val="0"/>
              </a:spcBef>
              <a:spcAft>
                <a:spcPts val="0"/>
              </a:spcAft>
              <a:buClr>
                <a:schemeClr val="dk1"/>
              </a:buClr>
              <a:buSzPts val="1200"/>
              <a:buFont typeface="Noto Sans Symbols"/>
              <a:buNone/>
            </a:pPr>
            <a:r>
              <a:t/>
            </a:r>
            <a:endParaRPr b="1" sz="1200"/>
          </a:p>
        </p:txBody>
      </p:sp>
      <p:sp>
        <p:nvSpPr>
          <p:cNvPr id="599" name="Google Shape;599;g3e22d776aff_2_6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sz="1200"/>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e22d776aff_3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3e22d776aff_3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The task was to take daily step count data from post-treatment patients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like knee replacement recovery and identify which patients fall into 'fast', 'moderate', or 'slow' recovery groups.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The catch is that we have to do this under different missingness scenarios, because real wearable data is never complete.</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We use the  shiny app to generate 365-day step trajectories. And output the data.</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Starting from here, we try to identify how well can we identify groups with no missing data, how does performance change as missingness increases, does the mechanism matter, and at what level does identification become unreliable.</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We will address all four questions and give clear, practical answers for each.</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e22d776af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3e22d776af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On complete data, our model performs strongly.</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Training accuracy on Cohort C is 94 percent.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External validation on Cohort B — a completely different cohort — is 95 percent.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Adjusted Rand Index, which is the standard metric for clustering accuracy, is 0.83 on training and 0.85 on validation.</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The fact that external validation slightly exceeds training tells us the model generalises well. It's not overfitting to Cohort C; it's learning a real underlying pattern.</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Now this is the easy case. The interesting question is: what happens when data goes missing?</a:t>
            </a:r>
            <a:endParaRPr sz="1200">
              <a:solidFill>
                <a:srgbClr val="6E6C68"/>
              </a:solidFill>
              <a:highlight>
                <a:srgbClr val="FDFDFC"/>
              </a:highlight>
              <a:latin typeface="Roboto"/>
              <a:ea typeface="Roboto"/>
              <a:cs typeface="Roboto"/>
              <a:sym typeface="Roboto"/>
            </a:endParaRPr>
          </a:p>
          <a:p>
            <a:pPr indent="0" lvl="0" marL="0" rtl="0" algn="l">
              <a:spcBef>
                <a:spcPts val="0"/>
              </a:spcBef>
              <a:spcAft>
                <a:spcPts val="0"/>
              </a:spcAft>
              <a:buNone/>
            </a:pPr>
            <a:r>
              <a:t/>
            </a:r>
            <a:endParaRPr/>
          </a:p>
          <a:p>
            <a:pPr indent="0" lvl="0" marL="0" rtl="0" algn="l">
              <a:lnSpc>
                <a:spcPct val="133333"/>
              </a:lnSpc>
              <a:spcBef>
                <a:spcPts val="0"/>
              </a:spcBef>
              <a:spcAft>
                <a:spcPts val="0"/>
              </a:spcAft>
              <a:buClr>
                <a:schemeClr val="dk1"/>
              </a:buClr>
              <a:buSzPts val="1100"/>
              <a:buFont typeface="Arial"/>
              <a:buNone/>
            </a:pPr>
            <a:r>
              <a:rPr lang="en" sz="1800">
                <a:solidFill>
                  <a:srgbClr val="6E6C68"/>
                </a:solidFill>
                <a:highlight>
                  <a:srgbClr val="FDFDFC"/>
                </a:highlight>
                <a:latin typeface="Roboto"/>
                <a:ea typeface="Roboto"/>
                <a:cs typeface="Roboto"/>
                <a:sym typeface="Roboto"/>
              </a:rPr>
              <a:t>ARI (Adjusted Rand Index) 是什麼</a:t>
            </a:r>
            <a:endParaRPr sz="18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0A0A0A"/>
                </a:solidFill>
                <a:highlight>
                  <a:srgbClr val="FDFDFC"/>
                </a:highlight>
                <a:latin typeface="Roboto"/>
                <a:ea typeface="Roboto"/>
                <a:cs typeface="Roboto"/>
                <a:sym typeface="Roboto"/>
              </a:rPr>
              <a:t>簡單版： 衡量「兩個分群結果有多像」的指標。</a:t>
            </a:r>
            <a:endParaRPr sz="1200">
              <a:solidFill>
                <a:srgbClr val="0A0A0A"/>
              </a:solidFill>
              <a:highlight>
                <a:srgbClr val="FDFDFC"/>
              </a:highlight>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e22d776aff_2_7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g3e22d776aff_2_7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Before we can cluster, we need to compress each patient's 365 daily step counts into a manageable feature vector. We chose 6 features, organised around three clinical questions that a physiotherapist or rehabilitation clinician would naturally ask when assessing a recovering patient.</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The first question is when — at what point are they recovering? We capture this with three time-window features.</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150">
                <a:solidFill>
                  <a:srgbClr val="0A0A0A"/>
                </a:solidFill>
                <a:highlight>
                  <a:srgbClr val="FDFDFC"/>
                </a:highlight>
                <a:latin typeface="Courier New"/>
                <a:ea typeface="Courier New"/>
                <a:cs typeface="Courier New"/>
                <a:sym typeface="Courier New"/>
              </a:rPr>
              <a:t>early_speed_log</a:t>
            </a:r>
            <a:r>
              <a:rPr lang="en" sz="1200">
                <a:solidFill>
                  <a:srgbClr val="6E6C68"/>
                </a:solidFill>
                <a:highlight>
                  <a:srgbClr val="FDFDFC"/>
                </a:highlight>
                <a:latin typeface="Roboto"/>
                <a:ea typeface="Roboto"/>
                <a:cs typeface="Roboto"/>
                <a:sym typeface="Roboto"/>
              </a:rPr>
              <a:t> measures how steeply step counts rise in the first 60 days, because this is the most volatile period — patients are still in pain, may have been recently discharged, and often find it harder to wear the device consistently. The slope captures whether they are climbing out of that phase quickly or slowly.</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150">
                <a:solidFill>
                  <a:srgbClr val="0A0A0A"/>
                </a:solidFill>
                <a:highlight>
                  <a:srgbClr val="FDFDFC"/>
                </a:highlight>
                <a:latin typeface="Courier New"/>
                <a:ea typeface="Courier New"/>
                <a:cs typeface="Courier New"/>
                <a:sym typeface="Courier New"/>
              </a:rPr>
              <a:t>mid_plateau</a:t>
            </a:r>
            <a:r>
              <a:rPr lang="en" sz="1200">
                <a:solidFill>
                  <a:srgbClr val="6E6C68"/>
                </a:solidFill>
                <a:highlight>
                  <a:srgbClr val="FDFDFC"/>
                </a:highlight>
                <a:latin typeface="Roboto"/>
                <a:ea typeface="Roboto"/>
                <a:cs typeface="Roboto"/>
                <a:sym typeface="Roboto"/>
              </a:rPr>
              <a:t> captures where activity stabilises between days 61 and 180, because this is when patients settle into a new routine and the trajectory should look more predictable. It tells us their typical post-acute activity level.</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150">
                <a:solidFill>
                  <a:srgbClr val="0A0A0A"/>
                </a:solidFill>
                <a:highlight>
                  <a:srgbClr val="FDFDFC"/>
                </a:highlight>
                <a:latin typeface="Courier New"/>
                <a:ea typeface="Courier New"/>
                <a:cs typeface="Courier New"/>
                <a:sym typeface="Courier New"/>
              </a:rPr>
              <a:t>late_level</a:t>
            </a:r>
            <a:r>
              <a:rPr lang="en" sz="1200">
                <a:solidFill>
                  <a:srgbClr val="6E6C68"/>
                </a:solidFill>
                <a:highlight>
                  <a:srgbClr val="FDFDFC"/>
                </a:highlight>
                <a:latin typeface="Roboto"/>
                <a:ea typeface="Roboto"/>
                <a:cs typeface="Roboto"/>
                <a:sym typeface="Roboto"/>
              </a:rPr>
              <a:t> records the final activity level from day 181 onwards, because this represents their 'new normal' after a full year of recovery — essentially what their life looks like long-term.</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Together, these three describe the </a:t>
            </a:r>
            <a:r>
              <a:rPr i="1" lang="en" sz="1200">
                <a:solidFill>
                  <a:srgbClr val="6E6C68"/>
                </a:solidFill>
                <a:highlight>
                  <a:srgbClr val="FDFDFC"/>
                </a:highlight>
                <a:latin typeface="Roboto"/>
                <a:ea typeface="Roboto"/>
                <a:cs typeface="Roboto"/>
                <a:sym typeface="Roboto"/>
              </a:rPr>
              <a:t>shape</a:t>
            </a:r>
            <a:r>
              <a:rPr lang="en" sz="1200">
                <a:solidFill>
                  <a:srgbClr val="6E6C68"/>
                </a:solidFill>
                <a:highlight>
                  <a:srgbClr val="FDFDFC"/>
                </a:highlight>
                <a:latin typeface="Roboto"/>
                <a:ea typeface="Roboto"/>
                <a:cs typeface="Roboto"/>
                <a:sym typeface="Roboto"/>
              </a:rPr>
              <a:t> of recovery over time.</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The second question is how much — what is this patient capable of? We use </a:t>
            </a:r>
            <a:r>
              <a:rPr lang="en" sz="1150">
                <a:solidFill>
                  <a:srgbClr val="0A0A0A"/>
                </a:solidFill>
                <a:highlight>
                  <a:srgbClr val="FDFDFC"/>
                </a:highlight>
                <a:latin typeface="Courier New"/>
                <a:ea typeface="Courier New"/>
                <a:cs typeface="Courier New"/>
                <a:sym typeface="Courier New"/>
              </a:rPr>
              <a:t>max_steps</a:t>
            </a:r>
            <a:r>
              <a:rPr lang="en" sz="1200">
                <a:solidFill>
                  <a:srgbClr val="6E6C68"/>
                </a:solidFill>
                <a:highlight>
                  <a:srgbClr val="FDFDFC"/>
                </a:highlight>
                <a:latin typeface="Roboto"/>
                <a:ea typeface="Roboto"/>
                <a:cs typeface="Roboto"/>
                <a:sym typeface="Roboto"/>
              </a:rPr>
              <a:t>, the single highest daily step count. This represents their best day — the ceiling of what they could achieve when conditions allowed, which is often a better indicator of true capacity than the average.</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The third question is how steadily — is recovery smooth or erratic? Two features capture this.</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150">
                <a:solidFill>
                  <a:srgbClr val="0A0A0A"/>
                </a:solidFill>
                <a:highlight>
                  <a:srgbClr val="FDFDFC"/>
                </a:highlight>
                <a:latin typeface="Courier New"/>
                <a:ea typeface="Courier New"/>
                <a:cs typeface="Courier New"/>
                <a:sym typeface="Courier New"/>
              </a:rPr>
              <a:t>variability</a:t>
            </a:r>
            <a:r>
              <a:rPr lang="en" sz="1200">
                <a:solidFill>
                  <a:srgbClr val="6E6C68"/>
                </a:solidFill>
                <a:highlight>
                  <a:srgbClr val="FDFDFC"/>
                </a:highlight>
                <a:latin typeface="Roboto"/>
                <a:ea typeface="Roboto"/>
                <a:cs typeface="Roboto"/>
                <a:sym typeface="Roboto"/>
              </a:rPr>
              <a:t> quantifies day-to-day fluctuation. Smooth recoveries suggest stable healing; erratic patterns may flag pain flares, comorbidities, or other setbacks a clinician would want to investigate.</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150">
                <a:solidFill>
                  <a:srgbClr val="0A0A0A"/>
                </a:solidFill>
                <a:highlight>
                  <a:srgbClr val="FDFDFC"/>
                </a:highlight>
                <a:latin typeface="Courier New"/>
                <a:ea typeface="Courier New"/>
                <a:cs typeface="Courier New"/>
                <a:sym typeface="Courier New"/>
              </a:rPr>
              <a:t>recovery_consistency</a:t>
            </a:r>
            <a:r>
              <a:rPr lang="en" sz="1200">
                <a:solidFill>
                  <a:srgbClr val="6E6C68"/>
                </a:solidFill>
                <a:highlight>
                  <a:srgbClr val="FDFDFC"/>
                </a:highlight>
                <a:latin typeface="Roboto"/>
                <a:ea typeface="Roboto"/>
                <a:cs typeface="Roboto"/>
                <a:sym typeface="Roboto"/>
              </a:rPr>
              <a:t> measures how closely the trajectory matches an idealised sigmoid recovery curve, the textbook pattern clinicians are taught to expect. A patient whose trajectory deviates strongly from this shape may have an atypical recovery worth a closer look.</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On the left you can see example trajectories for each of the three true groups. Notice that fast, moderate, and slow patterns have visibly different starting slopes, plateau heights, and final ceilings. These are precisely the differences our six features are designed to capture.</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We deliberately avoided dimensionality-reduction features like PCA components, because we want clinicians to be able to read this analysis without learning the mathematics first. Every feature on this slide can be plotted, interpreted, and discussed with a patient directly.</a:t>
            </a:r>
            <a:r>
              <a:rPr lang="en">
                <a:solidFill>
                  <a:schemeClr val="dk1"/>
                </a:solidFill>
              </a:rPr>
              <a:t> </a:t>
            </a:r>
            <a:endParaRPr sz="1200">
              <a:solidFill>
                <a:srgbClr val="6E6C68"/>
              </a:solidFill>
              <a:highlight>
                <a:srgbClr val="FDFDFC"/>
              </a:highlight>
              <a:latin typeface="Roboto"/>
              <a:ea typeface="Roboto"/>
              <a:cs typeface="Roboto"/>
              <a:sym typeface="Roboto"/>
            </a:endParaRPr>
          </a:p>
          <a:p>
            <a:pPr indent="0" lvl="0" marL="0" rtl="0" algn="l">
              <a:spcBef>
                <a:spcPts val="0"/>
              </a:spcBef>
              <a:spcAft>
                <a:spcPts val="0"/>
              </a:spcAft>
              <a:buClr>
                <a:schemeClr val="dk1"/>
              </a:buClr>
              <a:buSzPts val="1200"/>
              <a:buFont typeface="Noto Sans Symbols"/>
              <a:buNone/>
            </a:pPr>
            <a:r>
              <a:t/>
            </a:r>
            <a:endParaRPr sz="1200">
              <a:solidFill>
                <a:srgbClr val="6E6C68"/>
              </a:solidFill>
              <a:highlight>
                <a:srgbClr val="FDFDFC"/>
              </a:highlight>
              <a:latin typeface="Roboto"/>
              <a:ea typeface="Roboto"/>
              <a:cs typeface="Roboto"/>
              <a:sym typeface="Roboto"/>
            </a:endParaRPr>
          </a:p>
        </p:txBody>
      </p:sp>
      <p:sp>
        <p:nvSpPr>
          <p:cNvPr id="630" name="Google Shape;630;g3e22d776aff_2_7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sz="1200"/>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e22d776aff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3e22d776aff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We ran three sensitivity experiments to mimic real clinical situations.</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First, what if a patient drops out after 60 days and we only have early data? Accuracy crashes to about 65 percent.</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Second, what if a patient only logs sporadically — wearing the device intensely some days and not at all on others — so our long-window summary features become unreliable? Baseline drops 10 to 15 percent and degradation under missingness becomes much steeper.</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Third, what if the device is a consumer wearable rather than a research-grade actigraph? Adding realistic sensor noise drops baseline from 95 to about 85 percent.</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Together these tell us our 95 percent accuracy depends on a full year of continuous tracking from a high-quality device. In real clinical deployment, we should expect closer to 85 percent — still useful, but more honest than the headline number.</a:t>
            </a:r>
            <a:endParaRPr sz="1200">
              <a:solidFill>
                <a:srgbClr val="6E6C68"/>
              </a:solidFill>
              <a:highlight>
                <a:srgbClr val="FDFDFC"/>
              </a:highlight>
              <a:latin typeface="Roboto"/>
              <a:ea typeface="Roboto"/>
              <a:cs typeface="Roboto"/>
              <a:sym typeface="Roboto"/>
            </a:endParaRPr>
          </a:p>
          <a:p>
            <a:pPr indent="0" lvl="0" marL="0" rtl="0" algn="l">
              <a:spcBef>
                <a:spcPts val="0"/>
              </a:spcBef>
              <a:spcAft>
                <a:spcPts val="0"/>
              </a:spcAft>
              <a:buNone/>
            </a:pPr>
            <a:r>
              <a:t/>
            </a:r>
            <a:endParaRPr sz="1200">
              <a:solidFill>
                <a:srgbClr val="6E6C68"/>
              </a:solidFill>
              <a:highlight>
                <a:srgbClr val="FDFDFC"/>
              </a:highlight>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e22d776af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3e22d776af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This is our headline result.</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The chart shows accuracy on the y-axis against missingness percentage on the x-axis, with three lines  one for each mechanism: MCAR, MAR, and MNAR.</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Two important observations:</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First, up to 75 percent missingness, all three mechanisms remain above 87 percent accuracy. The model is remarkably robust to missing data, regardless of mechanism, in this range.</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Second, beyond 75 percent, the lines diverge dramatically. MCAR and MNAR stay above 90 percent even at 99 percent missing. But MAR collapses — dropping from 92 percent at 75 percent missing down to 75 percent at 90-plus percent missing.</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So the answer to the brief's fourth question — at what level does identification become unreliable — is mechanism-dependent.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For MCAR and MNAR, the model handles up to 99 percent missing. For MAR, the warning starts at 90 percent.</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So why does MAR break the model and the others don't? That's the next slid</a:t>
            </a:r>
            <a:endParaRPr sz="1200">
              <a:solidFill>
                <a:srgbClr val="6E6C68"/>
              </a:solidFill>
              <a:highlight>
                <a:srgbClr val="FDFDFC"/>
              </a:highlight>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e22d776aff_3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3e22d776aff_3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e22d776af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e22d776af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MAR in our simulator concentrates missing days in the early recovery phase — the first 60 days post-treatment.</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This is a clinically realistic pattern. Post-op patients have worse device compliance in the first weeks. They might be in hospital, in too much pain, or simply overwhelmed by recovery to wear a device every day.</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The problem is, our most diagnostic feature — </a:t>
            </a:r>
            <a:r>
              <a:rPr lang="en" sz="1150">
                <a:solidFill>
                  <a:srgbClr val="0A0A0A"/>
                </a:solidFill>
                <a:highlight>
                  <a:srgbClr val="FDFDFC"/>
                </a:highlight>
                <a:latin typeface="Courier New"/>
                <a:ea typeface="Courier New"/>
                <a:cs typeface="Courier New"/>
                <a:sym typeface="Courier New"/>
              </a:rPr>
              <a:t>early_speed_log</a:t>
            </a:r>
            <a:r>
              <a:rPr lang="en" sz="1200">
                <a:solidFill>
                  <a:srgbClr val="6E6C68"/>
                </a:solidFill>
                <a:highlight>
                  <a:srgbClr val="FDFDFC"/>
                </a:highlight>
                <a:latin typeface="Roboto"/>
                <a:ea typeface="Roboto"/>
                <a:cs typeface="Roboto"/>
                <a:sym typeface="Roboto"/>
              </a:rPr>
              <a:t> — is calculated from days 1 to 60. When 90 percent of those days are missing, this feature degenerates to noise. The 'fast vs moderate' distinction collapses because both groups now look like they 'started slowly'.</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MCAR removes data uniformly across time, so </a:t>
            </a:r>
            <a:r>
              <a:rPr lang="en" sz="1150">
                <a:solidFill>
                  <a:srgbClr val="0A0A0A"/>
                </a:solidFill>
                <a:highlight>
                  <a:srgbClr val="FDFDFC"/>
                </a:highlight>
                <a:latin typeface="Courier New"/>
                <a:ea typeface="Courier New"/>
                <a:cs typeface="Courier New"/>
                <a:sym typeface="Courier New"/>
              </a:rPr>
              <a:t>early_speed_log</a:t>
            </a:r>
            <a:r>
              <a:rPr lang="en" sz="1200">
                <a:solidFill>
                  <a:srgbClr val="6E6C68"/>
                </a:solidFill>
                <a:highlight>
                  <a:srgbClr val="FDFDFC"/>
                </a:highlight>
                <a:latin typeface="Roboto"/>
                <a:ea typeface="Roboto"/>
                <a:cs typeface="Roboto"/>
                <a:sym typeface="Roboto"/>
              </a:rPr>
              <a:t> still has some valid days. And MNAR removes low-activity days, which paradoxically preserves the high-activity peaks needed for </a:t>
            </a:r>
            <a:r>
              <a:rPr lang="en" sz="1150">
                <a:solidFill>
                  <a:srgbClr val="0A0A0A"/>
                </a:solidFill>
                <a:highlight>
                  <a:srgbClr val="FDFDFC"/>
                </a:highlight>
                <a:latin typeface="Courier New"/>
                <a:ea typeface="Courier New"/>
                <a:cs typeface="Courier New"/>
                <a:sym typeface="Courier New"/>
              </a:rPr>
              <a:t>max_steps</a:t>
            </a:r>
            <a:r>
              <a:rPr lang="en" sz="1200">
                <a:solidFill>
                  <a:srgbClr val="6E6C68"/>
                </a:solidFill>
                <a:highlight>
                  <a:srgbClr val="FDFDFC"/>
                </a:highlight>
                <a:latin typeface="Roboto"/>
                <a:ea typeface="Roboto"/>
                <a:cs typeface="Roboto"/>
                <a:sym typeface="Roboto"/>
              </a:rPr>
              <a:t> and </a:t>
            </a:r>
            <a:r>
              <a:rPr lang="en" sz="1150">
                <a:solidFill>
                  <a:srgbClr val="0A0A0A"/>
                </a:solidFill>
                <a:highlight>
                  <a:srgbClr val="FDFDFC"/>
                </a:highlight>
                <a:latin typeface="Courier New"/>
                <a:ea typeface="Courier New"/>
                <a:cs typeface="Courier New"/>
                <a:sym typeface="Courier New"/>
              </a:rPr>
              <a:t>mid_plateau</a:t>
            </a:r>
            <a:r>
              <a:rPr lang="en" sz="1200">
                <a:solidFill>
                  <a:srgbClr val="6E6C68"/>
                </a:solidFill>
                <a:highlight>
                  <a:srgbClr val="FDFDFC"/>
                </a:highlight>
                <a:latin typeface="Roboto"/>
                <a:ea typeface="Roboto"/>
                <a:cs typeface="Roboto"/>
                <a:sym typeface="Roboto"/>
              </a:rPr>
              <a:t>.</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So the lesson: the harm of a missingness mechanism depends on which features it damages. MAR happens to damage our most diagnostic feature.</a:t>
            </a:r>
            <a:endParaRPr sz="1200">
              <a:solidFill>
                <a:srgbClr val="6E6C68"/>
              </a:solidFill>
              <a:highlight>
                <a:srgbClr val="FDFDFC"/>
              </a:highlight>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e22d776aff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3e22d776aff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We want to be transparent about our development process, because the journey to this model included two important failures.</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Blooper one. Our first attempt used 8 features instead of 6. The training accuracy on the new cohort looked acceptable — about 93 percent. We initially thought we were done.</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But under missing data, the 8-feature model degraded much faster than our final 6-feature model. At 75 percent missing, MAR accuracy was 79 percent for the 8-feature version, versus 92 percent for our final version. A 13-percentage-point gap.</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Three diagnostic checks revealed why.</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First, post-standardisation standard deviation. The feature </a:t>
            </a:r>
            <a:r>
              <a:rPr lang="en" sz="1150">
                <a:solidFill>
                  <a:srgbClr val="0A0A0A"/>
                </a:solidFill>
                <a:highlight>
                  <a:srgbClr val="FDFDFC"/>
                </a:highlight>
                <a:latin typeface="Courier New"/>
                <a:ea typeface="Courier New"/>
                <a:cs typeface="Courier New"/>
                <a:sym typeface="Courier New"/>
              </a:rPr>
              <a:t>data_completeness</a:t>
            </a:r>
            <a:r>
              <a:rPr lang="en" sz="1200">
                <a:solidFill>
                  <a:srgbClr val="6E6C68"/>
                </a:solidFill>
                <a:highlight>
                  <a:srgbClr val="FDFDFC"/>
                </a:highlight>
                <a:latin typeface="Roboto"/>
                <a:ea typeface="Roboto"/>
                <a:cs typeface="Roboto"/>
                <a:sym typeface="Roboto"/>
              </a:rPr>
              <a:t> had a standard deviation of zero in training, because all training data was complete. Useless in training, harmful under missing data when its distribution shifted.</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Second, feature monotonicity. The feature </a:t>
            </a:r>
            <a:r>
              <a:rPr lang="en" sz="1150">
                <a:solidFill>
                  <a:srgbClr val="0A0A0A"/>
                </a:solidFill>
                <a:highlight>
                  <a:srgbClr val="FDFDFC"/>
                </a:highlight>
                <a:latin typeface="Courier New"/>
                <a:ea typeface="Courier New"/>
                <a:cs typeface="Courier New"/>
                <a:sym typeface="Courier New"/>
              </a:rPr>
              <a:t>recovery_slope</a:t>
            </a:r>
            <a:r>
              <a:rPr lang="en" sz="1200">
                <a:solidFill>
                  <a:srgbClr val="6E6C68"/>
                </a:solidFill>
                <a:highlight>
                  <a:srgbClr val="FDFDFC"/>
                </a:highlight>
                <a:latin typeface="Roboto"/>
                <a:ea typeface="Roboto"/>
                <a:cs typeface="Roboto"/>
                <a:sym typeface="Roboto"/>
              </a:rPr>
              <a:t> was non-monotonic — moderate patients had a higher slope than fast patients, which is biologically implausible. This was caused by computing </a:t>
            </a:r>
            <a:r>
              <a:rPr lang="en" sz="1150">
                <a:solidFill>
                  <a:srgbClr val="0A0A0A"/>
                </a:solidFill>
                <a:highlight>
                  <a:srgbClr val="FDFDFC"/>
                </a:highlight>
                <a:latin typeface="Courier New"/>
                <a:ea typeface="Courier New"/>
                <a:cs typeface="Courier New"/>
                <a:sym typeface="Courier New"/>
              </a:rPr>
              <a:t>np.polyfit</a:t>
            </a:r>
            <a:r>
              <a:rPr lang="en" sz="1200">
                <a:solidFill>
                  <a:srgbClr val="6E6C68"/>
                </a:solidFill>
                <a:highlight>
                  <a:srgbClr val="FDFDFC"/>
                </a:highlight>
                <a:latin typeface="Roboto"/>
                <a:ea typeface="Roboto"/>
                <a:cs typeface="Roboto"/>
                <a:sym typeface="Roboto"/>
              </a:rPr>
              <a:t> over filled-with-zero missing days.</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Third, distribution skewness. The feature </a:t>
            </a:r>
            <a:r>
              <a:rPr lang="en" sz="1150">
                <a:solidFill>
                  <a:srgbClr val="0A0A0A"/>
                </a:solidFill>
                <a:highlight>
                  <a:srgbClr val="FDFDFC"/>
                </a:highlight>
                <a:latin typeface="Courier New"/>
                <a:ea typeface="Courier New"/>
                <a:cs typeface="Courier New"/>
                <a:sym typeface="Courier New"/>
              </a:rPr>
              <a:t>early_speed</a:t>
            </a:r>
            <a:r>
              <a:rPr lang="en" sz="1200">
                <a:solidFill>
                  <a:srgbClr val="6E6C68"/>
                </a:solidFill>
                <a:highlight>
                  <a:srgbClr val="FDFDFC"/>
                </a:highlight>
                <a:latin typeface="Roboto"/>
                <a:ea typeface="Roboto"/>
                <a:cs typeface="Roboto"/>
                <a:sym typeface="Roboto"/>
              </a:rPr>
              <a:t> had a 55-fold range between fast and moderate, which dominated standardisation.</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The lesson: baseline accuracy is necessary but not sufficient. You have to test for distribution shift. Removing 2 features and log-transforming a third made the model both more accurate and more robust — counter-intuitive but real.</a:t>
            </a:r>
            <a:endParaRPr sz="1200">
              <a:solidFill>
                <a:srgbClr val="6E6C68"/>
              </a:solidFill>
              <a:highlight>
                <a:srgbClr val="FDFDFC"/>
              </a:highlight>
              <a:latin typeface="Roboto"/>
              <a:ea typeface="Roboto"/>
              <a:cs typeface="Roboto"/>
              <a:sym typeface="Roboto"/>
            </a:endParaRPr>
          </a:p>
          <a:p>
            <a:pPr indent="0" lvl="0" marL="0" marR="38100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e22d776aff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3e22d776aff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Blooper two. We wanted to verify that our cross-cohort design was actually necessary, so we deliberately did it wrong: trained on Cohort B and tested on Cohort B's missing-data variants — same patients, just with data removed.</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Surprisingly, the leakage advantage was negligible: plus 0.1 percent on average, with a range of minus 0.7 to plus 1.3 percent.</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This tells us something important: K-means with summary features does not memorise individual patients. It learns group-level cluster boundaries that reproduce across cohorts.</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So our cross-cohort design is justified — but not because leakage would have inflated our results dramatically. It's because cross-cohort is methodologically defensible without overpaying for it</a:t>
            </a:r>
            <a:endParaRPr sz="1200">
              <a:solidFill>
                <a:srgbClr val="6E6C68"/>
              </a:solidFill>
              <a:highlight>
                <a:srgbClr val="FDFDFC"/>
              </a:highlight>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e22d776aff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3e22d776aff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Now to the practical question: when should clinicians trust this model, and when should they be cautious?</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From our results, here's our recommendation:</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At zero to 50 percent missing across any mechanism, the model is excellent — above 94 percent. Use confidently.</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At 75 percent missing, accuracy is 88 to 95 percent. Use the model but report the uncertainty alongside the prediction.</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At 90-plus percent MAR specifically, accuracy drops to around 80 percent. We recommend flagging these cases for manual clinical review rather than relying on the algorithm alone.</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At 99 percent MAR, the model approaches random. Do not use it.</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For real-world deployment with noisy sensors, expect a baseline closer to 80 to 88 percent rather than 95.</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The single most important clinical recommendation: early-day compliance matters more than total compliance. A patient with consistent late-period data but sporadic early-period data is harder to phenotype than a patient with random gaps throughout.</a:t>
            </a:r>
            <a:endParaRPr sz="1200">
              <a:solidFill>
                <a:srgbClr val="6E6C68"/>
              </a:solidFill>
              <a:highlight>
                <a:srgbClr val="FDFDFC"/>
              </a:highlight>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e22d776aff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e22d776aff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We want to centre patient voices in how we interpret these findings. Here's where PPIE shaped our thinking.</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Why might patients miss data in the early recovery period?</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They might be in hospital. They might be in significant pain. The device might be uncomfortable on a fresh surgical site. They might simply forget to charge it, or to put it back on after a shower, in the disorientation of post-op recovery. They might have anxieties about being monitored.</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These are not patient failures — they are realistic and reasonable behaviours.</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Our MAR finding maps directly onto this reality. The most damaging missingness pattern in our model is precisely the pattern we'd expect to see in real clinical practice.</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So our recommendations are patient-centered:</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First, do not blame patients for missing early data. The data gap reflects life circumstances, not engagement.</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Second, when models perform poorly on partial data, we should communicate that uncertainty to patients and clinicians — not silently produce a confident-looking but unreliable result.</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Third, design clinical pathways that tolerate missing data rather than punishing patients with poorer care or excluded analyses.</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Thanks to Lynn Laidlaw and the PPIE contributors whose insights informed this framing</a:t>
            </a:r>
            <a:endParaRPr sz="1200">
              <a:solidFill>
                <a:srgbClr val="6E6C68"/>
              </a:solidFill>
              <a:highlight>
                <a:srgbClr val="FDFDFC"/>
              </a:highlight>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e22d776aff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3e22d776aff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Briefly, our limitations.</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Our data is from a simulator, not real patients. Group separation may be cleaner than reality. We tested only K-means — other algorithms may behave differently. And we couldn't test 100 percent missingness because there's nothing to extract features from.</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Our take-home messages:</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One, K-means with 6 well-chosen features achieves 95 percent on complete data.</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Two, it's robust up to 99 percent missingness for MCAR and MNAR.</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Three, MAR is the critical mechanism — clinical alert beyond 90 percent.</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Four, our diagnostic methodology — checking standardisation std, group monotonicity, and skewness — is generalisable to any clustering task and is itself a contribution.</a:t>
            </a:r>
            <a:endParaRPr sz="1200">
              <a:solidFill>
                <a:srgbClr val="6E6C68"/>
              </a:solidFill>
              <a:highlight>
                <a:srgbClr val="FDFDFC"/>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rgbClr val="6E6C68"/>
                </a:solidFill>
                <a:highlight>
                  <a:srgbClr val="FDFDFC"/>
                </a:highlight>
                <a:latin typeface="Roboto"/>
                <a:ea typeface="Roboto"/>
                <a:cs typeface="Roboto"/>
                <a:sym typeface="Roboto"/>
              </a:rPr>
              <a:t>Five, reported accuracy is an optimistic upper bound. Real-world performance is likely 80 to 88 percent</a:t>
            </a:r>
            <a:endParaRPr sz="1200">
              <a:solidFill>
                <a:srgbClr val="6E6C68"/>
              </a:solidFill>
              <a:highlight>
                <a:srgbClr val="FDFDFC"/>
              </a:highlight>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e22d776aff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3e22d776aff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showMasterSp="0">
  <p:cSld name="Title 3">
    <p:bg>
      <p:bgPr>
        <a:solidFill>
          <a:schemeClr val="accent1"/>
        </a:solidFill>
      </p:bgPr>
    </p:bg>
    <p:spTree>
      <p:nvGrpSpPr>
        <p:cNvPr id="57" name="Shape 57"/>
        <p:cNvGrpSpPr/>
        <p:nvPr/>
      </p:nvGrpSpPr>
      <p:grpSpPr>
        <a:xfrm>
          <a:off x="0" y="0"/>
          <a:ext cx="0" cy="0"/>
          <a:chOff x="0" y="0"/>
          <a:chExt cx="0" cy="0"/>
        </a:xfrm>
      </p:grpSpPr>
      <p:sp>
        <p:nvSpPr>
          <p:cNvPr id="58" name="Google Shape;58;p14"/>
          <p:cNvSpPr txBox="1"/>
          <p:nvPr>
            <p:ph type="ctrTitle"/>
          </p:nvPr>
        </p:nvSpPr>
        <p:spPr>
          <a:xfrm>
            <a:off x="301752" y="574313"/>
            <a:ext cx="7226700" cy="26463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lt1"/>
              </a:buClr>
              <a:buSzPts val="6600"/>
              <a:buFont typeface="Open Sans"/>
              <a:buNone/>
              <a:defRPr sz="66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9" name="Google Shape;59;p14"/>
          <p:cNvSpPr txBox="1"/>
          <p:nvPr>
            <p:ph idx="1" type="subTitle"/>
          </p:nvPr>
        </p:nvSpPr>
        <p:spPr>
          <a:xfrm>
            <a:off x="326143" y="3888319"/>
            <a:ext cx="7931700" cy="864900"/>
          </a:xfrm>
          <a:prstGeom prst="rect">
            <a:avLst/>
          </a:prstGeom>
          <a:noFill/>
          <a:ln>
            <a:noFill/>
          </a:ln>
        </p:spPr>
        <p:txBody>
          <a:bodyPr anchorCtr="0" anchor="ctr" bIns="34275" lIns="68575" spcFirstLastPara="1" rIns="68575" wrap="square" tIns="34275">
            <a:normAutofit/>
          </a:bodyPr>
          <a:lstStyle>
            <a:lvl1pPr lvl="0" algn="l">
              <a:lnSpc>
                <a:spcPct val="120000"/>
              </a:lnSpc>
              <a:spcBef>
                <a:spcPts val="800"/>
              </a:spcBef>
              <a:spcAft>
                <a:spcPts val="0"/>
              </a:spcAft>
              <a:buClr>
                <a:schemeClr val="lt1"/>
              </a:buClr>
              <a:buSzPts val="1100"/>
              <a:buNone/>
              <a:defRPr>
                <a:solidFill>
                  <a:schemeClr val="lt1"/>
                </a:solidFill>
              </a:defRPr>
            </a:lvl1pPr>
            <a:lvl2pPr lvl="1" algn="l">
              <a:lnSpc>
                <a:spcPct val="120000"/>
              </a:lnSpc>
              <a:spcBef>
                <a:spcPts val="400"/>
              </a:spcBef>
              <a:spcAft>
                <a:spcPts val="0"/>
              </a:spcAft>
              <a:buClr>
                <a:schemeClr val="lt1"/>
              </a:buClr>
              <a:buSzPts val="1400"/>
              <a:buChar char="•"/>
              <a:defRPr/>
            </a:lvl2pPr>
            <a:lvl3pPr lvl="2" algn="l">
              <a:lnSpc>
                <a:spcPct val="120000"/>
              </a:lnSpc>
              <a:spcBef>
                <a:spcPts val="400"/>
              </a:spcBef>
              <a:spcAft>
                <a:spcPts val="0"/>
              </a:spcAft>
              <a:buClr>
                <a:schemeClr val="lt1"/>
              </a:buClr>
              <a:buSzPts val="1400"/>
              <a:buChar char="•"/>
              <a:defRPr/>
            </a:lvl3pPr>
            <a:lvl4pPr lvl="3" algn="l">
              <a:lnSpc>
                <a:spcPct val="120000"/>
              </a:lnSpc>
              <a:spcBef>
                <a:spcPts val="400"/>
              </a:spcBef>
              <a:spcAft>
                <a:spcPts val="0"/>
              </a:spcAft>
              <a:buClr>
                <a:schemeClr val="lt1"/>
              </a:buClr>
              <a:buSzPts val="1400"/>
              <a:buChar char="•"/>
              <a:defRPr/>
            </a:lvl4pPr>
            <a:lvl5pPr lvl="4" algn="l">
              <a:lnSpc>
                <a:spcPct val="120000"/>
              </a:lnSpc>
              <a:spcBef>
                <a:spcPts val="400"/>
              </a:spcBef>
              <a:spcAft>
                <a:spcPts val="0"/>
              </a:spcAft>
              <a:buClr>
                <a:schemeClr val="lt1"/>
              </a:buClr>
              <a:buSzPts val="1400"/>
              <a:buChar char="•"/>
              <a:defRPr/>
            </a:lvl5pPr>
            <a:lvl6pPr lvl="5" algn="l">
              <a:lnSpc>
                <a:spcPct val="90000"/>
              </a:lnSpc>
              <a:spcBef>
                <a:spcPts val="400"/>
              </a:spcBef>
              <a:spcAft>
                <a:spcPts val="0"/>
              </a:spcAft>
              <a:buClr>
                <a:schemeClr val="lt1"/>
              </a:buClr>
              <a:buSzPts val="1400"/>
              <a:buChar char="•"/>
              <a:defRPr/>
            </a:lvl6pPr>
            <a:lvl7pPr lvl="6" algn="l">
              <a:lnSpc>
                <a:spcPct val="90000"/>
              </a:lnSpc>
              <a:spcBef>
                <a:spcPts val="400"/>
              </a:spcBef>
              <a:spcAft>
                <a:spcPts val="0"/>
              </a:spcAft>
              <a:buClr>
                <a:schemeClr val="lt1"/>
              </a:buClr>
              <a:buSzPts val="1400"/>
              <a:buChar char="•"/>
              <a:defRPr/>
            </a:lvl7pPr>
            <a:lvl8pPr lvl="7" algn="l">
              <a:lnSpc>
                <a:spcPct val="90000"/>
              </a:lnSpc>
              <a:spcBef>
                <a:spcPts val="400"/>
              </a:spcBef>
              <a:spcAft>
                <a:spcPts val="0"/>
              </a:spcAft>
              <a:buClr>
                <a:schemeClr val="lt1"/>
              </a:buClr>
              <a:buSzPts val="1400"/>
              <a:buChar char="•"/>
              <a:defRPr/>
            </a:lvl8pPr>
            <a:lvl9pPr lvl="8" algn="l">
              <a:lnSpc>
                <a:spcPct val="90000"/>
              </a:lnSpc>
              <a:spcBef>
                <a:spcPts val="400"/>
              </a:spcBef>
              <a:spcAft>
                <a:spcPts val="0"/>
              </a:spcAft>
              <a:buClr>
                <a:schemeClr val="lt1"/>
              </a:buClr>
              <a:buSzPts val="1400"/>
              <a:buChar char="•"/>
              <a:defRPr/>
            </a:lvl9pPr>
          </a:lstStyle>
          <a:p/>
        </p:txBody>
      </p:sp>
      <p:sp>
        <p:nvSpPr>
          <p:cNvPr id="60" name="Google Shape;60;p14"/>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2" name="Google Shape;62;p14"/>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63" name="Google Shape;63;p14"/>
          <p:cNvCxnSpPr/>
          <p:nvPr/>
        </p:nvCxnSpPr>
        <p:spPr>
          <a:xfrm>
            <a:off x="400050" y="400154"/>
            <a:ext cx="8345400" cy="0"/>
          </a:xfrm>
          <a:prstGeom prst="straightConnector1">
            <a:avLst/>
          </a:prstGeom>
          <a:noFill/>
          <a:ln cap="flat" cmpd="sng" w="60325">
            <a:solidFill>
              <a:schemeClr val="lt2"/>
            </a:solidFill>
            <a:prstDash val="solid"/>
            <a:miter lim="800000"/>
            <a:headEnd len="sm" w="sm" type="none"/>
            <a:tailEnd len="sm" w="sm" type="none"/>
          </a:ln>
        </p:spPr>
      </p:cxnSp>
      <p:cxnSp>
        <p:nvCxnSpPr>
          <p:cNvPr id="64" name="Google Shape;64;p14"/>
          <p:cNvCxnSpPr/>
          <p:nvPr/>
        </p:nvCxnSpPr>
        <p:spPr>
          <a:xfrm>
            <a:off x="400050" y="3876936"/>
            <a:ext cx="8345400" cy="0"/>
          </a:xfrm>
          <a:prstGeom prst="straightConnector1">
            <a:avLst/>
          </a:prstGeom>
          <a:noFill/>
          <a:ln cap="flat" cmpd="sng" w="9525">
            <a:solidFill>
              <a:schemeClr val="lt2"/>
            </a:solidFill>
            <a:prstDash val="solid"/>
            <a:miter lim="800000"/>
            <a:headEnd len="sm" w="sm" type="none"/>
            <a:tailEnd len="sm" w="sm" type="none"/>
          </a:ln>
        </p:spPr>
      </p:cxnSp>
      <p:cxnSp>
        <p:nvCxnSpPr>
          <p:cNvPr id="65" name="Google Shape;65;p14"/>
          <p:cNvCxnSpPr/>
          <p:nvPr/>
        </p:nvCxnSpPr>
        <p:spPr>
          <a:xfrm>
            <a:off x="400050" y="4748108"/>
            <a:ext cx="8340000" cy="0"/>
          </a:xfrm>
          <a:prstGeom prst="straightConnector1">
            <a:avLst/>
          </a:prstGeom>
          <a:noFill/>
          <a:ln cap="flat" cmpd="sng" w="9525">
            <a:solidFill>
              <a:schemeClr val="lt2"/>
            </a:solidFill>
            <a:prstDash val="solid"/>
            <a:miter lim="800000"/>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bg>
      <p:bgPr>
        <a:solidFill>
          <a:schemeClr val="accent1"/>
        </a:solidFill>
      </p:bgPr>
    </p:bg>
    <p:spTree>
      <p:nvGrpSpPr>
        <p:cNvPr id="66" name="Shape 66"/>
        <p:cNvGrpSpPr/>
        <p:nvPr/>
      </p:nvGrpSpPr>
      <p:grpSpPr>
        <a:xfrm>
          <a:off x="0" y="0"/>
          <a:ext cx="0" cy="0"/>
          <a:chOff x="0" y="0"/>
          <a:chExt cx="0" cy="0"/>
        </a:xfrm>
      </p:grpSpPr>
      <p:sp>
        <p:nvSpPr>
          <p:cNvPr id="67" name="Google Shape;67;p15"/>
          <p:cNvSpPr txBox="1"/>
          <p:nvPr>
            <p:ph type="title"/>
          </p:nvPr>
        </p:nvSpPr>
        <p:spPr>
          <a:xfrm>
            <a:off x="320248" y="2263806"/>
            <a:ext cx="6720900" cy="2435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5000"/>
              <a:buFont typeface="Open Sans"/>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5"/>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9" name="Google Shape;69;p15"/>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5"/>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700">
                <a:solidFill>
                  <a:schemeClr val="lt1"/>
                </a:solidFill>
                <a:latin typeface="Arial"/>
                <a:ea typeface="Arial"/>
                <a:cs typeface="Arial"/>
                <a:sym typeface="Arial"/>
              </a:defRPr>
            </a:lvl1pPr>
            <a:lvl2pPr indent="0" lvl="1" marL="0" algn="r">
              <a:spcBef>
                <a:spcPts val="0"/>
              </a:spcBef>
              <a:buNone/>
              <a:defRPr sz="700">
                <a:solidFill>
                  <a:schemeClr val="lt1"/>
                </a:solidFill>
                <a:latin typeface="Arial"/>
                <a:ea typeface="Arial"/>
                <a:cs typeface="Arial"/>
                <a:sym typeface="Arial"/>
              </a:defRPr>
            </a:lvl2pPr>
            <a:lvl3pPr indent="0" lvl="2" marL="0" algn="r">
              <a:spcBef>
                <a:spcPts val="0"/>
              </a:spcBef>
              <a:buNone/>
              <a:defRPr sz="700">
                <a:solidFill>
                  <a:schemeClr val="lt1"/>
                </a:solidFill>
                <a:latin typeface="Arial"/>
                <a:ea typeface="Arial"/>
                <a:cs typeface="Arial"/>
                <a:sym typeface="Arial"/>
              </a:defRPr>
            </a:lvl3pPr>
            <a:lvl4pPr indent="0" lvl="3" marL="0" algn="r">
              <a:spcBef>
                <a:spcPts val="0"/>
              </a:spcBef>
              <a:buNone/>
              <a:defRPr sz="700">
                <a:solidFill>
                  <a:schemeClr val="lt1"/>
                </a:solidFill>
                <a:latin typeface="Arial"/>
                <a:ea typeface="Arial"/>
                <a:cs typeface="Arial"/>
                <a:sym typeface="Arial"/>
              </a:defRPr>
            </a:lvl4pPr>
            <a:lvl5pPr indent="0" lvl="4" marL="0" algn="r">
              <a:spcBef>
                <a:spcPts val="0"/>
              </a:spcBef>
              <a:buNone/>
              <a:defRPr sz="700">
                <a:solidFill>
                  <a:schemeClr val="lt1"/>
                </a:solidFill>
                <a:latin typeface="Arial"/>
                <a:ea typeface="Arial"/>
                <a:cs typeface="Arial"/>
                <a:sym typeface="Arial"/>
              </a:defRPr>
            </a:lvl5pPr>
            <a:lvl6pPr indent="0" lvl="5" marL="0" algn="r">
              <a:spcBef>
                <a:spcPts val="0"/>
              </a:spcBef>
              <a:buNone/>
              <a:defRPr sz="700">
                <a:solidFill>
                  <a:schemeClr val="lt1"/>
                </a:solidFill>
                <a:latin typeface="Arial"/>
                <a:ea typeface="Arial"/>
                <a:cs typeface="Arial"/>
                <a:sym typeface="Arial"/>
              </a:defRPr>
            </a:lvl6pPr>
            <a:lvl7pPr indent="0" lvl="6" marL="0" algn="r">
              <a:spcBef>
                <a:spcPts val="0"/>
              </a:spcBef>
              <a:buNone/>
              <a:defRPr sz="700">
                <a:solidFill>
                  <a:schemeClr val="lt1"/>
                </a:solidFill>
                <a:latin typeface="Arial"/>
                <a:ea typeface="Arial"/>
                <a:cs typeface="Arial"/>
                <a:sym typeface="Arial"/>
              </a:defRPr>
            </a:lvl7pPr>
            <a:lvl8pPr indent="0" lvl="7" marL="0" algn="r">
              <a:spcBef>
                <a:spcPts val="0"/>
              </a:spcBef>
              <a:buNone/>
              <a:defRPr sz="700">
                <a:solidFill>
                  <a:schemeClr val="lt1"/>
                </a:solidFill>
                <a:latin typeface="Arial"/>
                <a:ea typeface="Arial"/>
                <a:cs typeface="Arial"/>
                <a:sym typeface="Arial"/>
              </a:defRPr>
            </a:lvl8pPr>
            <a:lvl9pPr indent="0" lvl="8" marL="0" algn="r">
              <a:spcBef>
                <a:spcPts val="0"/>
              </a:spcBef>
              <a:buNone/>
              <a:defRPr sz="7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71" name="Google Shape;71;p15"/>
          <p:cNvCxnSpPr/>
          <p:nvPr/>
        </p:nvCxnSpPr>
        <p:spPr>
          <a:xfrm>
            <a:off x="397985" y="398969"/>
            <a:ext cx="8346000" cy="0"/>
          </a:xfrm>
          <a:prstGeom prst="straightConnector1">
            <a:avLst/>
          </a:prstGeom>
          <a:noFill/>
          <a:ln cap="flat" cmpd="sng" w="9525">
            <a:solidFill>
              <a:schemeClr val="lt2"/>
            </a:solidFill>
            <a:prstDash val="solid"/>
            <a:miter lim="800000"/>
            <a:headEnd len="sm" w="sm" type="none"/>
            <a:tailEnd len="sm" w="sm" type="none"/>
          </a:ln>
        </p:spPr>
      </p:cxnSp>
      <p:cxnSp>
        <p:nvCxnSpPr>
          <p:cNvPr id="72" name="Google Shape;72;p15"/>
          <p:cNvCxnSpPr/>
          <p:nvPr/>
        </p:nvCxnSpPr>
        <p:spPr>
          <a:xfrm>
            <a:off x="400050" y="4743450"/>
            <a:ext cx="8343900" cy="0"/>
          </a:xfrm>
          <a:prstGeom prst="straightConnector1">
            <a:avLst/>
          </a:prstGeom>
          <a:noFill/>
          <a:ln cap="flat" cmpd="sng" w="9525">
            <a:solidFill>
              <a:schemeClr val="lt2"/>
            </a:solidFill>
            <a:prstDash val="solid"/>
            <a:miter lim="800000"/>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6" showMasterSp="0" type="obj">
  <p:cSld name="OBJECT">
    <p:bg>
      <p:bgPr>
        <a:solidFill>
          <a:schemeClr val="lt1"/>
        </a:solidFill>
      </p:bgPr>
    </p:bg>
    <p:spTree>
      <p:nvGrpSpPr>
        <p:cNvPr id="80" name="Shape 80"/>
        <p:cNvGrpSpPr/>
        <p:nvPr/>
      </p:nvGrpSpPr>
      <p:grpSpPr>
        <a:xfrm>
          <a:off x="0" y="0"/>
          <a:ext cx="0" cy="0"/>
          <a:chOff x="0" y="0"/>
          <a:chExt cx="0" cy="0"/>
        </a:xfrm>
      </p:grpSpPr>
      <p:sp>
        <p:nvSpPr>
          <p:cNvPr id="81" name="Google Shape;81;p17"/>
          <p:cNvSpPr txBox="1"/>
          <p:nvPr>
            <p:ph type="title"/>
          </p:nvPr>
        </p:nvSpPr>
        <p:spPr>
          <a:xfrm>
            <a:off x="316800" y="326839"/>
            <a:ext cx="3201300" cy="21891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2" name="Google Shape;82;p17"/>
          <p:cNvSpPr txBox="1"/>
          <p:nvPr>
            <p:ph idx="1" type="body"/>
          </p:nvPr>
        </p:nvSpPr>
        <p:spPr>
          <a:xfrm>
            <a:off x="4043589" y="557329"/>
            <a:ext cx="4707900" cy="39846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3" name="Google Shape;83;p17"/>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7"/>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7"/>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86" name="Google Shape;86;p17"/>
          <p:cNvCxnSpPr/>
          <p:nvPr/>
        </p:nvCxnSpPr>
        <p:spPr>
          <a:xfrm>
            <a:off x="4114800" y="396367"/>
            <a:ext cx="4629300" cy="0"/>
          </a:xfrm>
          <a:prstGeom prst="straightConnector1">
            <a:avLst/>
          </a:prstGeom>
          <a:noFill/>
          <a:ln cap="flat" cmpd="sng" w="9525">
            <a:solidFill>
              <a:schemeClr val="dk1">
                <a:alpha val="25099"/>
              </a:schemeClr>
            </a:solidFill>
            <a:prstDash val="solid"/>
            <a:miter lim="800000"/>
            <a:headEnd len="sm" w="sm" type="none"/>
            <a:tailEnd len="sm" w="sm" type="none"/>
          </a:ln>
        </p:spPr>
      </p:cxnSp>
      <p:cxnSp>
        <p:nvCxnSpPr>
          <p:cNvPr id="87" name="Google Shape;87;p17"/>
          <p:cNvCxnSpPr/>
          <p:nvPr/>
        </p:nvCxnSpPr>
        <p:spPr>
          <a:xfrm>
            <a:off x="397764" y="4743450"/>
            <a:ext cx="83694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showMasterSp="0">
  <p:cSld name="Empty">
    <p:bg>
      <p:bgPr>
        <a:solidFill>
          <a:schemeClr val="lt1"/>
        </a:solidFill>
      </p:bgPr>
    </p:bg>
    <p:spTree>
      <p:nvGrpSpPr>
        <p:cNvPr id="88" name="Shape 88"/>
        <p:cNvGrpSpPr/>
        <p:nvPr/>
      </p:nvGrpSpPr>
      <p:grpSpPr>
        <a:xfrm>
          <a:off x="0" y="0"/>
          <a:ext cx="0" cy="0"/>
          <a:chOff x="0" y="0"/>
          <a:chExt cx="0" cy="0"/>
        </a:xfrm>
      </p:grpSpPr>
      <p:sp>
        <p:nvSpPr>
          <p:cNvPr id="89" name="Google Shape;89;p18"/>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0" name="Google Shape;90;p18"/>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1" name="Google Shape;91;p18"/>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showMasterSp="0">
  <p:cSld name="Title with Picture">
    <p:bg>
      <p:bgPr>
        <a:solidFill>
          <a:schemeClr val="lt1"/>
        </a:solidFill>
      </p:bgPr>
    </p:bg>
    <p:spTree>
      <p:nvGrpSpPr>
        <p:cNvPr id="92" name="Shape 92"/>
        <p:cNvGrpSpPr/>
        <p:nvPr/>
      </p:nvGrpSpPr>
      <p:grpSpPr>
        <a:xfrm>
          <a:off x="0" y="0"/>
          <a:ext cx="0" cy="0"/>
          <a:chOff x="0" y="0"/>
          <a:chExt cx="0" cy="0"/>
        </a:xfrm>
      </p:grpSpPr>
      <p:sp>
        <p:nvSpPr>
          <p:cNvPr id="93" name="Google Shape;93;p19"/>
          <p:cNvSpPr txBox="1"/>
          <p:nvPr>
            <p:ph type="title"/>
          </p:nvPr>
        </p:nvSpPr>
        <p:spPr>
          <a:xfrm>
            <a:off x="301752" y="548555"/>
            <a:ext cx="4860300" cy="22791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4500"/>
              <a:buFont typeface="Open Sans"/>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4" name="Google Shape;94;p19"/>
          <p:cNvSpPr txBox="1"/>
          <p:nvPr>
            <p:ph idx="1" type="body"/>
          </p:nvPr>
        </p:nvSpPr>
        <p:spPr>
          <a:xfrm>
            <a:off x="321986" y="3948396"/>
            <a:ext cx="4933200" cy="750900"/>
          </a:xfrm>
          <a:prstGeom prst="rect">
            <a:avLst/>
          </a:prstGeom>
          <a:noFill/>
          <a:ln>
            <a:noFill/>
          </a:ln>
        </p:spPr>
        <p:txBody>
          <a:bodyPr anchorCtr="0" anchor="ctr"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sz="1400">
                <a:solidFill>
                  <a:schemeClr val="dk1"/>
                </a:solidFill>
              </a:defRPr>
            </a:lvl1pPr>
            <a:lvl2pPr indent="-228600" lvl="1" marL="914400" algn="l">
              <a:lnSpc>
                <a:spcPct val="120000"/>
              </a:lnSpc>
              <a:spcBef>
                <a:spcPts val="400"/>
              </a:spcBef>
              <a:spcAft>
                <a:spcPts val="0"/>
              </a:spcAft>
              <a:buClr>
                <a:srgbClr val="757575"/>
              </a:buClr>
              <a:buSzPts val="1500"/>
              <a:buNone/>
              <a:defRPr sz="1500">
                <a:solidFill>
                  <a:srgbClr val="757575"/>
                </a:solidFill>
              </a:defRPr>
            </a:lvl2pPr>
            <a:lvl3pPr indent="-228600" lvl="2" marL="1371600" algn="l">
              <a:lnSpc>
                <a:spcPct val="120000"/>
              </a:lnSpc>
              <a:spcBef>
                <a:spcPts val="400"/>
              </a:spcBef>
              <a:spcAft>
                <a:spcPts val="0"/>
              </a:spcAft>
              <a:buClr>
                <a:srgbClr val="757575"/>
              </a:buClr>
              <a:buSzPts val="1400"/>
              <a:buNone/>
              <a:defRPr sz="1400">
                <a:solidFill>
                  <a:srgbClr val="757575"/>
                </a:solidFill>
              </a:defRPr>
            </a:lvl3pPr>
            <a:lvl4pPr indent="-228600" lvl="3" marL="1828800" algn="l">
              <a:lnSpc>
                <a:spcPct val="120000"/>
              </a:lnSpc>
              <a:spcBef>
                <a:spcPts val="400"/>
              </a:spcBef>
              <a:spcAft>
                <a:spcPts val="0"/>
              </a:spcAft>
              <a:buClr>
                <a:srgbClr val="757575"/>
              </a:buClr>
              <a:buSzPts val="1200"/>
              <a:buNone/>
              <a:defRPr sz="1200">
                <a:solidFill>
                  <a:srgbClr val="757575"/>
                </a:solidFill>
              </a:defRPr>
            </a:lvl4pPr>
            <a:lvl5pPr indent="-228600" lvl="4" marL="2286000" algn="l">
              <a:lnSpc>
                <a:spcPct val="12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95" name="Google Shape;95;p19"/>
          <p:cNvSpPr txBox="1"/>
          <p:nvPr>
            <p:ph idx="11" type="ftr"/>
          </p:nvPr>
        </p:nvSpPr>
        <p:spPr>
          <a:xfrm>
            <a:off x="320085" y="4819568"/>
            <a:ext cx="3268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6" name="Google Shape;96;p19"/>
          <p:cNvSpPr txBox="1"/>
          <p:nvPr>
            <p:ph idx="10" type="dt"/>
          </p:nvPr>
        </p:nvSpPr>
        <p:spPr>
          <a:xfrm>
            <a:off x="3699141" y="4819568"/>
            <a:ext cx="1073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19"/>
          <p:cNvSpPr txBox="1"/>
          <p:nvPr>
            <p:ph idx="12" type="sldNum"/>
          </p:nvPr>
        </p:nvSpPr>
        <p:spPr>
          <a:xfrm>
            <a:off x="4787014"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98" name="Google Shape;98;p19"/>
          <p:cNvPicPr preferRelativeResize="0"/>
          <p:nvPr>
            <p:ph idx="2" type="pic"/>
          </p:nvPr>
        </p:nvPicPr>
        <p:blipFill/>
        <p:spPr>
          <a:xfrm>
            <a:off x="5715000" y="0"/>
            <a:ext cx="3429000" cy="5143500"/>
          </a:xfrm>
          <a:prstGeom prst="rect">
            <a:avLst/>
          </a:prstGeom>
          <a:blipFill rotWithShape="1">
            <a:blip r:embed="rId2">
              <a:alphaModFix amt="70000"/>
            </a:blip>
            <a:stretch>
              <a:fillRect b="0" l="0" r="0" t="0"/>
            </a:stretch>
          </a:blipFill>
          <a:ln>
            <a:noFill/>
          </a:ln>
          <a:effectLst>
            <a:outerShdw blurRad="203200" rotWithShape="0" algn="r" dir="7800000" dist="12700">
              <a:srgbClr val="000000">
                <a:alpha val="10200"/>
              </a:srgbClr>
            </a:outerShdw>
          </a:effectLst>
        </p:spPr>
      </p:pic>
      <p:cxnSp>
        <p:nvCxnSpPr>
          <p:cNvPr id="99" name="Google Shape;99;p19"/>
          <p:cNvCxnSpPr/>
          <p:nvPr/>
        </p:nvCxnSpPr>
        <p:spPr>
          <a:xfrm>
            <a:off x="400050" y="4743580"/>
            <a:ext cx="4860300" cy="0"/>
          </a:xfrm>
          <a:prstGeom prst="straightConnector1">
            <a:avLst/>
          </a:prstGeom>
          <a:noFill/>
          <a:ln cap="flat" cmpd="sng" w="9525">
            <a:solidFill>
              <a:schemeClr val="dk1">
                <a:alpha val="25099"/>
              </a:schemeClr>
            </a:solidFill>
            <a:prstDash val="solid"/>
            <a:miter lim="800000"/>
            <a:headEnd len="sm" w="sm" type="none"/>
            <a:tailEnd len="sm" w="sm" type="none"/>
          </a:ln>
        </p:spPr>
      </p:cxnSp>
      <p:cxnSp>
        <p:nvCxnSpPr>
          <p:cNvPr id="100" name="Google Shape;100;p19"/>
          <p:cNvCxnSpPr/>
          <p:nvPr/>
        </p:nvCxnSpPr>
        <p:spPr>
          <a:xfrm>
            <a:off x="400050" y="3888318"/>
            <a:ext cx="4845300" cy="0"/>
          </a:xfrm>
          <a:prstGeom prst="straightConnector1">
            <a:avLst/>
          </a:prstGeom>
          <a:noFill/>
          <a:ln cap="flat" cmpd="sng" w="9525">
            <a:solidFill>
              <a:schemeClr val="dk1">
                <a:alpha val="25099"/>
              </a:schemeClr>
            </a:solidFill>
            <a:prstDash val="solid"/>
            <a:miter lim="800000"/>
            <a:headEnd len="sm" w="sm" type="none"/>
            <a:tailEnd len="sm" w="sm" type="none"/>
          </a:ln>
        </p:spPr>
      </p:cxnSp>
      <p:cxnSp>
        <p:nvCxnSpPr>
          <p:cNvPr id="101" name="Google Shape;101;p19"/>
          <p:cNvCxnSpPr/>
          <p:nvPr/>
        </p:nvCxnSpPr>
        <p:spPr>
          <a:xfrm>
            <a:off x="400050" y="384542"/>
            <a:ext cx="4842300" cy="0"/>
          </a:xfrm>
          <a:prstGeom prst="straightConnector1">
            <a:avLst/>
          </a:prstGeom>
          <a:noFill/>
          <a:ln cap="flat" cmpd="sng" w="47625">
            <a:solidFill>
              <a:schemeClr val="accent1"/>
            </a:solidFill>
            <a:prstDash val="solid"/>
            <a:miter lim="800000"/>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howMasterSp="0">
  <p:cSld name="Content">
    <p:bg>
      <p:bgPr>
        <a:solidFill>
          <a:schemeClr val="lt1"/>
        </a:solidFill>
      </p:bgPr>
    </p:bg>
    <p:spTree>
      <p:nvGrpSpPr>
        <p:cNvPr id="102" name="Shape 102"/>
        <p:cNvGrpSpPr/>
        <p:nvPr/>
      </p:nvGrpSpPr>
      <p:grpSpPr>
        <a:xfrm>
          <a:off x="0" y="0"/>
          <a:ext cx="0" cy="0"/>
          <a:chOff x="0" y="0"/>
          <a:chExt cx="0" cy="0"/>
        </a:xfrm>
      </p:grpSpPr>
      <p:sp>
        <p:nvSpPr>
          <p:cNvPr id="103" name="Google Shape;103;p20"/>
          <p:cNvSpPr txBox="1"/>
          <p:nvPr>
            <p:ph type="title"/>
          </p:nvPr>
        </p:nvSpPr>
        <p:spPr>
          <a:xfrm>
            <a:off x="299759" y="249231"/>
            <a:ext cx="8440200" cy="6825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4" name="Google Shape;104;p20"/>
          <p:cNvSpPr txBox="1"/>
          <p:nvPr>
            <p:ph idx="1" type="body"/>
          </p:nvPr>
        </p:nvSpPr>
        <p:spPr>
          <a:xfrm>
            <a:off x="301752" y="1116698"/>
            <a:ext cx="8440200" cy="35256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5" name="Google Shape;105;p20"/>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20"/>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7" name="Google Shape;107;p20"/>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108" name="Google Shape;108;p20"/>
          <p:cNvCxnSpPr/>
          <p:nvPr/>
        </p:nvCxnSpPr>
        <p:spPr>
          <a:xfrm>
            <a:off x="397764" y="1017977"/>
            <a:ext cx="83694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2" showMasterSp="0">
  <p:cSld name="Title with Picture 2">
    <p:bg>
      <p:bgPr>
        <a:solidFill>
          <a:schemeClr val="lt1"/>
        </a:solidFill>
      </p:bgPr>
    </p:bg>
    <p:spTree>
      <p:nvGrpSpPr>
        <p:cNvPr id="109" name="Shape 109"/>
        <p:cNvGrpSpPr/>
        <p:nvPr/>
      </p:nvGrpSpPr>
      <p:grpSpPr>
        <a:xfrm>
          <a:off x="0" y="0"/>
          <a:ext cx="0" cy="0"/>
          <a:chOff x="0" y="0"/>
          <a:chExt cx="0" cy="0"/>
        </a:xfrm>
      </p:grpSpPr>
      <p:pic>
        <p:nvPicPr>
          <p:cNvPr id="110" name="Google Shape;110;p21"/>
          <p:cNvPicPr preferRelativeResize="0"/>
          <p:nvPr>
            <p:ph idx="2" type="pic"/>
          </p:nvPr>
        </p:nvPicPr>
        <p:blipFill/>
        <p:spPr>
          <a:xfrm>
            <a:off x="0" y="0"/>
            <a:ext cx="9144000" cy="5143500"/>
          </a:xfrm>
          <a:prstGeom prst="rect">
            <a:avLst/>
          </a:prstGeom>
          <a:blipFill rotWithShape="1">
            <a:blip r:embed="rId2">
              <a:alphaModFix amt="70000"/>
            </a:blip>
            <a:stretch>
              <a:fillRect b="0" l="0" r="0" t="0"/>
            </a:stretch>
          </a:blipFill>
          <a:ln>
            <a:noFill/>
          </a:ln>
        </p:spPr>
      </p:pic>
      <p:sp>
        <p:nvSpPr>
          <p:cNvPr id="111" name="Google Shape;111;p21"/>
          <p:cNvSpPr txBox="1"/>
          <p:nvPr>
            <p:ph type="title"/>
          </p:nvPr>
        </p:nvSpPr>
        <p:spPr>
          <a:xfrm>
            <a:off x="629473" y="852518"/>
            <a:ext cx="3102000" cy="22791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3300"/>
              <a:buFont typeface="Open Sans"/>
              <a:buNone/>
              <a:defRPr sz="33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2" name="Google Shape;112;p21"/>
          <p:cNvSpPr txBox="1"/>
          <p:nvPr>
            <p:ph idx="1" type="body"/>
          </p:nvPr>
        </p:nvSpPr>
        <p:spPr>
          <a:xfrm>
            <a:off x="631570" y="3961663"/>
            <a:ext cx="3102300" cy="7104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sz="1400">
                <a:solidFill>
                  <a:schemeClr val="dk1"/>
                </a:solidFill>
              </a:defRPr>
            </a:lvl1pPr>
            <a:lvl2pPr indent="-228600" lvl="1" marL="914400" algn="l">
              <a:lnSpc>
                <a:spcPct val="120000"/>
              </a:lnSpc>
              <a:spcBef>
                <a:spcPts val="400"/>
              </a:spcBef>
              <a:spcAft>
                <a:spcPts val="0"/>
              </a:spcAft>
              <a:buClr>
                <a:srgbClr val="757575"/>
              </a:buClr>
              <a:buSzPts val="1500"/>
              <a:buNone/>
              <a:defRPr sz="1500">
                <a:solidFill>
                  <a:srgbClr val="757575"/>
                </a:solidFill>
              </a:defRPr>
            </a:lvl2pPr>
            <a:lvl3pPr indent="-228600" lvl="2" marL="1371600" algn="l">
              <a:lnSpc>
                <a:spcPct val="120000"/>
              </a:lnSpc>
              <a:spcBef>
                <a:spcPts val="400"/>
              </a:spcBef>
              <a:spcAft>
                <a:spcPts val="0"/>
              </a:spcAft>
              <a:buClr>
                <a:srgbClr val="757575"/>
              </a:buClr>
              <a:buSzPts val="1400"/>
              <a:buNone/>
              <a:defRPr sz="1400">
                <a:solidFill>
                  <a:srgbClr val="757575"/>
                </a:solidFill>
              </a:defRPr>
            </a:lvl3pPr>
            <a:lvl4pPr indent="-228600" lvl="3" marL="1828800" algn="l">
              <a:lnSpc>
                <a:spcPct val="120000"/>
              </a:lnSpc>
              <a:spcBef>
                <a:spcPts val="400"/>
              </a:spcBef>
              <a:spcAft>
                <a:spcPts val="0"/>
              </a:spcAft>
              <a:buClr>
                <a:srgbClr val="757575"/>
              </a:buClr>
              <a:buSzPts val="1200"/>
              <a:buNone/>
              <a:defRPr sz="1200">
                <a:solidFill>
                  <a:srgbClr val="757575"/>
                </a:solidFill>
              </a:defRPr>
            </a:lvl4pPr>
            <a:lvl5pPr indent="-228600" lvl="4" marL="2286000" algn="l">
              <a:lnSpc>
                <a:spcPct val="12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113" name="Google Shape;113;p21"/>
          <p:cNvSpPr txBox="1"/>
          <p:nvPr>
            <p:ph idx="11" type="ftr"/>
          </p:nvPr>
        </p:nvSpPr>
        <p:spPr>
          <a:xfrm>
            <a:off x="301752" y="4819568"/>
            <a:ext cx="2908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4" name="Google Shape;114;p21"/>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5" name="Google Shape;115;p21"/>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700">
                <a:solidFill>
                  <a:schemeClr val="lt1"/>
                </a:solidFill>
                <a:latin typeface="Arial"/>
                <a:ea typeface="Arial"/>
                <a:cs typeface="Arial"/>
                <a:sym typeface="Arial"/>
              </a:defRPr>
            </a:lvl1pPr>
            <a:lvl2pPr indent="0" lvl="1" marL="0" algn="r">
              <a:spcBef>
                <a:spcPts val="0"/>
              </a:spcBef>
              <a:buNone/>
              <a:defRPr sz="700">
                <a:solidFill>
                  <a:schemeClr val="lt1"/>
                </a:solidFill>
                <a:latin typeface="Arial"/>
                <a:ea typeface="Arial"/>
                <a:cs typeface="Arial"/>
                <a:sym typeface="Arial"/>
              </a:defRPr>
            </a:lvl2pPr>
            <a:lvl3pPr indent="0" lvl="2" marL="0" algn="r">
              <a:spcBef>
                <a:spcPts val="0"/>
              </a:spcBef>
              <a:buNone/>
              <a:defRPr sz="700">
                <a:solidFill>
                  <a:schemeClr val="lt1"/>
                </a:solidFill>
                <a:latin typeface="Arial"/>
                <a:ea typeface="Arial"/>
                <a:cs typeface="Arial"/>
                <a:sym typeface="Arial"/>
              </a:defRPr>
            </a:lvl3pPr>
            <a:lvl4pPr indent="0" lvl="3" marL="0" algn="r">
              <a:spcBef>
                <a:spcPts val="0"/>
              </a:spcBef>
              <a:buNone/>
              <a:defRPr sz="700">
                <a:solidFill>
                  <a:schemeClr val="lt1"/>
                </a:solidFill>
                <a:latin typeface="Arial"/>
                <a:ea typeface="Arial"/>
                <a:cs typeface="Arial"/>
                <a:sym typeface="Arial"/>
              </a:defRPr>
            </a:lvl4pPr>
            <a:lvl5pPr indent="0" lvl="4" marL="0" algn="r">
              <a:spcBef>
                <a:spcPts val="0"/>
              </a:spcBef>
              <a:buNone/>
              <a:defRPr sz="700">
                <a:solidFill>
                  <a:schemeClr val="lt1"/>
                </a:solidFill>
                <a:latin typeface="Arial"/>
                <a:ea typeface="Arial"/>
                <a:cs typeface="Arial"/>
                <a:sym typeface="Arial"/>
              </a:defRPr>
            </a:lvl5pPr>
            <a:lvl6pPr indent="0" lvl="5" marL="0" algn="r">
              <a:spcBef>
                <a:spcPts val="0"/>
              </a:spcBef>
              <a:buNone/>
              <a:defRPr sz="700">
                <a:solidFill>
                  <a:schemeClr val="lt1"/>
                </a:solidFill>
                <a:latin typeface="Arial"/>
                <a:ea typeface="Arial"/>
                <a:cs typeface="Arial"/>
                <a:sym typeface="Arial"/>
              </a:defRPr>
            </a:lvl6pPr>
            <a:lvl7pPr indent="0" lvl="6" marL="0" algn="r">
              <a:spcBef>
                <a:spcPts val="0"/>
              </a:spcBef>
              <a:buNone/>
              <a:defRPr sz="700">
                <a:solidFill>
                  <a:schemeClr val="lt1"/>
                </a:solidFill>
                <a:latin typeface="Arial"/>
                <a:ea typeface="Arial"/>
                <a:cs typeface="Arial"/>
                <a:sym typeface="Arial"/>
              </a:defRPr>
            </a:lvl7pPr>
            <a:lvl8pPr indent="0" lvl="7" marL="0" algn="r">
              <a:spcBef>
                <a:spcPts val="0"/>
              </a:spcBef>
              <a:buNone/>
              <a:defRPr sz="700">
                <a:solidFill>
                  <a:schemeClr val="lt1"/>
                </a:solidFill>
                <a:latin typeface="Arial"/>
                <a:ea typeface="Arial"/>
                <a:cs typeface="Arial"/>
                <a:sym typeface="Arial"/>
              </a:defRPr>
            </a:lvl8pPr>
            <a:lvl9pPr indent="0" lvl="8" marL="0" algn="r">
              <a:spcBef>
                <a:spcPts val="0"/>
              </a:spcBef>
              <a:buNone/>
              <a:defRPr sz="7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116" name="Google Shape;116;p21"/>
          <p:cNvCxnSpPr/>
          <p:nvPr/>
        </p:nvCxnSpPr>
        <p:spPr>
          <a:xfrm>
            <a:off x="708328" y="3871981"/>
            <a:ext cx="3023100" cy="0"/>
          </a:xfrm>
          <a:prstGeom prst="straightConnector1">
            <a:avLst/>
          </a:prstGeom>
          <a:noFill/>
          <a:ln cap="flat" cmpd="sng" w="9525">
            <a:solidFill>
              <a:schemeClr val="dk1">
                <a:alpha val="25099"/>
              </a:schemeClr>
            </a:solidFill>
            <a:prstDash val="solid"/>
            <a:miter lim="800000"/>
            <a:headEnd len="sm" w="sm" type="none"/>
            <a:tailEnd len="sm" w="sm" type="none"/>
          </a:ln>
        </p:spPr>
      </p:cxnSp>
      <p:cxnSp>
        <p:nvCxnSpPr>
          <p:cNvPr id="117" name="Google Shape;117;p21"/>
          <p:cNvCxnSpPr/>
          <p:nvPr/>
        </p:nvCxnSpPr>
        <p:spPr>
          <a:xfrm>
            <a:off x="708329" y="678400"/>
            <a:ext cx="3027600" cy="0"/>
          </a:xfrm>
          <a:prstGeom prst="straightConnector1">
            <a:avLst/>
          </a:prstGeom>
          <a:noFill/>
          <a:ln cap="flat" cmpd="sng" w="44450">
            <a:solidFill>
              <a:schemeClr val="accent1"/>
            </a:solidFill>
            <a:prstDash val="solid"/>
            <a:miter lim="800000"/>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3" showMasterSp="0">
  <p:cSld name="Title with Picture 3">
    <p:bg>
      <p:bgPr>
        <a:solidFill>
          <a:schemeClr val="lt1"/>
        </a:solidFill>
      </p:bgPr>
    </p:bg>
    <p:spTree>
      <p:nvGrpSpPr>
        <p:cNvPr id="118" name="Shape 118"/>
        <p:cNvGrpSpPr/>
        <p:nvPr/>
      </p:nvGrpSpPr>
      <p:grpSpPr>
        <a:xfrm>
          <a:off x="0" y="0"/>
          <a:ext cx="0" cy="0"/>
          <a:chOff x="0" y="0"/>
          <a:chExt cx="0" cy="0"/>
        </a:xfrm>
      </p:grpSpPr>
      <p:cxnSp>
        <p:nvCxnSpPr>
          <p:cNvPr id="119" name="Google Shape;119;p22"/>
          <p:cNvCxnSpPr/>
          <p:nvPr/>
        </p:nvCxnSpPr>
        <p:spPr>
          <a:xfrm>
            <a:off x="6129911" y="397819"/>
            <a:ext cx="2613900" cy="0"/>
          </a:xfrm>
          <a:prstGeom prst="straightConnector1">
            <a:avLst/>
          </a:prstGeom>
          <a:noFill/>
          <a:ln cap="flat" cmpd="sng" w="41275">
            <a:solidFill>
              <a:schemeClr val="accent1"/>
            </a:solidFill>
            <a:prstDash val="solid"/>
            <a:miter lim="800000"/>
            <a:headEnd len="sm" w="sm" type="none"/>
            <a:tailEnd len="sm" w="sm" type="none"/>
          </a:ln>
        </p:spPr>
      </p:cxnSp>
      <p:cxnSp>
        <p:nvCxnSpPr>
          <p:cNvPr id="120" name="Google Shape;120;p22"/>
          <p:cNvCxnSpPr/>
          <p:nvPr/>
        </p:nvCxnSpPr>
        <p:spPr>
          <a:xfrm>
            <a:off x="6129911" y="4123846"/>
            <a:ext cx="2613900" cy="0"/>
          </a:xfrm>
          <a:prstGeom prst="straightConnector1">
            <a:avLst/>
          </a:prstGeom>
          <a:noFill/>
          <a:ln cap="flat" cmpd="sng" w="9525">
            <a:solidFill>
              <a:schemeClr val="dk1">
                <a:alpha val="25099"/>
              </a:schemeClr>
            </a:solidFill>
            <a:prstDash val="solid"/>
            <a:miter lim="800000"/>
            <a:headEnd len="sm" w="sm" type="none"/>
            <a:tailEnd len="sm" w="sm" type="none"/>
          </a:ln>
        </p:spPr>
      </p:cxnSp>
      <p:sp>
        <p:nvSpPr>
          <p:cNvPr id="121" name="Google Shape;121;p22"/>
          <p:cNvSpPr txBox="1"/>
          <p:nvPr>
            <p:ph type="title"/>
          </p:nvPr>
        </p:nvSpPr>
        <p:spPr>
          <a:xfrm>
            <a:off x="6032976" y="576263"/>
            <a:ext cx="2764200" cy="21327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3300"/>
              <a:buFont typeface="Open Sans"/>
              <a:buNone/>
              <a:defRPr sz="33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22" name="Google Shape;122;p22"/>
          <p:cNvPicPr preferRelativeResize="0"/>
          <p:nvPr>
            <p:ph idx="2" type="pic"/>
          </p:nvPr>
        </p:nvPicPr>
        <p:blipFill/>
        <p:spPr>
          <a:xfrm>
            <a:off x="0" y="0"/>
            <a:ext cx="5704200" cy="5143500"/>
          </a:xfrm>
          <a:prstGeom prst="rect">
            <a:avLst/>
          </a:prstGeom>
          <a:blipFill rotWithShape="1">
            <a:blip r:embed="rId2">
              <a:alphaModFix amt="70000"/>
            </a:blip>
            <a:stretch>
              <a:fillRect b="0" l="0" r="0" t="0"/>
            </a:stretch>
          </a:blipFill>
          <a:ln>
            <a:noFill/>
          </a:ln>
          <a:effectLst>
            <a:outerShdw blurRad="203200" rotWithShape="0" algn="r" dir="7800000" dist="12700">
              <a:srgbClr val="000000">
                <a:alpha val="10200"/>
              </a:srgbClr>
            </a:outerShdw>
          </a:effectLst>
        </p:spPr>
      </p:pic>
      <p:sp>
        <p:nvSpPr>
          <p:cNvPr id="123" name="Google Shape;123;p22"/>
          <p:cNvSpPr txBox="1"/>
          <p:nvPr>
            <p:ph idx="1" type="body"/>
          </p:nvPr>
        </p:nvSpPr>
        <p:spPr>
          <a:xfrm>
            <a:off x="6055483" y="4260850"/>
            <a:ext cx="2741700" cy="4980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sz="1400">
                <a:solidFill>
                  <a:schemeClr val="dk1"/>
                </a:solidFill>
              </a:defRPr>
            </a:lvl1pPr>
            <a:lvl2pPr indent="-228600" lvl="1" marL="914400" algn="l">
              <a:lnSpc>
                <a:spcPct val="120000"/>
              </a:lnSpc>
              <a:spcBef>
                <a:spcPts val="400"/>
              </a:spcBef>
              <a:spcAft>
                <a:spcPts val="0"/>
              </a:spcAft>
              <a:buClr>
                <a:srgbClr val="757575"/>
              </a:buClr>
              <a:buSzPts val="1500"/>
              <a:buNone/>
              <a:defRPr sz="1500">
                <a:solidFill>
                  <a:srgbClr val="757575"/>
                </a:solidFill>
              </a:defRPr>
            </a:lvl2pPr>
            <a:lvl3pPr indent="-228600" lvl="2" marL="1371600" algn="l">
              <a:lnSpc>
                <a:spcPct val="120000"/>
              </a:lnSpc>
              <a:spcBef>
                <a:spcPts val="400"/>
              </a:spcBef>
              <a:spcAft>
                <a:spcPts val="0"/>
              </a:spcAft>
              <a:buClr>
                <a:srgbClr val="757575"/>
              </a:buClr>
              <a:buSzPts val="1400"/>
              <a:buNone/>
              <a:defRPr sz="1400">
                <a:solidFill>
                  <a:srgbClr val="757575"/>
                </a:solidFill>
              </a:defRPr>
            </a:lvl3pPr>
            <a:lvl4pPr indent="-228600" lvl="3" marL="1828800" algn="l">
              <a:lnSpc>
                <a:spcPct val="120000"/>
              </a:lnSpc>
              <a:spcBef>
                <a:spcPts val="400"/>
              </a:spcBef>
              <a:spcAft>
                <a:spcPts val="0"/>
              </a:spcAft>
              <a:buClr>
                <a:srgbClr val="757575"/>
              </a:buClr>
              <a:buSzPts val="1200"/>
              <a:buNone/>
              <a:defRPr sz="1200">
                <a:solidFill>
                  <a:srgbClr val="757575"/>
                </a:solidFill>
              </a:defRPr>
            </a:lvl4pPr>
            <a:lvl5pPr indent="-228600" lvl="4" marL="2286000" algn="l">
              <a:lnSpc>
                <a:spcPct val="12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124" name="Google Shape;124;p22"/>
          <p:cNvSpPr txBox="1"/>
          <p:nvPr>
            <p:ph idx="11" type="ftr"/>
          </p:nvPr>
        </p:nvSpPr>
        <p:spPr>
          <a:xfrm>
            <a:off x="6055483" y="4819568"/>
            <a:ext cx="1721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22"/>
          <p:cNvSpPr txBox="1"/>
          <p:nvPr>
            <p:ph idx="10" type="dt"/>
          </p:nvPr>
        </p:nvSpPr>
        <p:spPr>
          <a:xfrm>
            <a:off x="7723510" y="4819568"/>
            <a:ext cx="657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6" name="Google Shape;126;p22"/>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Picture 4" showMasterSp="0">
  <p:cSld name="Title with Picture 4">
    <p:bg>
      <p:bgPr>
        <a:solidFill>
          <a:schemeClr val="lt1"/>
        </a:solidFill>
      </p:bgPr>
    </p:bg>
    <p:spTree>
      <p:nvGrpSpPr>
        <p:cNvPr id="127" name="Shape 127"/>
        <p:cNvGrpSpPr/>
        <p:nvPr/>
      </p:nvGrpSpPr>
      <p:grpSpPr>
        <a:xfrm>
          <a:off x="0" y="0"/>
          <a:ext cx="0" cy="0"/>
          <a:chOff x="0" y="0"/>
          <a:chExt cx="0" cy="0"/>
        </a:xfrm>
      </p:grpSpPr>
      <p:sp>
        <p:nvSpPr>
          <p:cNvPr id="128" name="Google Shape;128;p23"/>
          <p:cNvSpPr txBox="1"/>
          <p:nvPr>
            <p:ph type="title"/>
          </p:nvPr>
        </p:nvSpPr>
        <p:spPr>
          <a:xfrm>
            <a:off x="322426" y="3792557"/>
            <a:ext cx="8504700" cy="7251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3600"/>
              <a:buFont typeface="Open Sans"/>
              <a:buNone/>
              <a:defRPr sz="36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29" name="Google Shape;129;p23"/>
          <p:cNvPicPr preferRelativeResize="0"/>
          <p:nvPr>
            <p:ph idx="2" type="pic"/>
          </p:nvPr>
        </p:nvPicPr>
        <p:blipFill/>
        <p:spPr>
          <a:xfrm>
            <a:off x="0" y="0"/>
            <a:ext cx="9144000" cy="3698100"/>
          </a:xfrm>
          <a:prstGeom prst="rect">
            <a:avLst/>
          </a:prstGeom>
          <a:blipFill rotWithShape="1">
            <a:blip r:embed="rId2">
              <a:alphaModFix amt="70000"/>
            </a:blip>
            <a:stretch>
              <a:fillRect b="0" l="0" r="0" t="0"/>
            </a:stretch>
          </a:blipFill>
          <a:ln>
            <a:noFill/>
          </a:ln>
          <a:effectLst>
            <a:outerShdw blurRad="203200" rotWithShape="0" algn="r" dir="7800000" dist="12700">
              <a:srgbClr val="000000">
                <a:alpha val="10200"/>
              </a:srgbClr>
            </a:outerShdw>
          </a:effectLst>
        </p:spPr>
      </p:pic>
      <p:sp>
        <p:nvSpPr>
          <p:cNvPr id="130" name="Google Shape;130;p23"/>
          <p:cNvSpPr txBox="1"/>
          <p:nvPr>
            <p:ph idx="1" type="body"/>
          </p:nvPr>
        </p:nvSpPr>
        <p:spPr>
          <a:xfrm>
            <a:off x="322426" y="4484682"/>
            <a:ext cx="8504700" cy="2739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sz="1400">
                <a:solidFill>
                  <a:schemeClr val="dk1"/>
                </a:solidFill>
              </a:defRPr>
            </a:lvl1pPr>
            <a:lvl2pPr indent="-228600" lvl="1" marL="914400" algn="l">
              <a:lnSpc>
                <a:spcPct val="120000"/>
              </a:lnSpc>
              <a:spcBef>
                <a:spcPts val="400"/>
              </a:spcBef>
              <a:spcAft>
                <a:spcPts val="0"/>
              </a:spcAft>
              <a:buClr>
                <a:srgbClr val="757575"/>
              </a:buClr>
              <a:buSzPts val="1500"/>
              <a:buNone/>
              <a:defRPr sz="1500">
                <a:solidFill>
                  <a:srgbClr val="757575"/>
                </a:solidFill>
              </a:defRPr>
            </a:lvl2pPr>
            <a:lvl3pPr indent="-228600" lvl="2" marL="1371600" algn="l">
              <a:lnSpc>
                <a:spcPct val="120000"/>
              </a:lnSpc>
              <a:spcBef>
                <a:spcPts val="400"/>
              </a:spcBef>
              <a:spcAft>
                <a:spcPts val="0"/>
              </a:spcAft>
              <a:buClr>
                <a:srgbClr val="757575"/>
              </a:buClr>
              <a:buSzPts val="1400"/>
              <a:buNone/>
              <a:defRPr sz="1400">
                <a:solidFill>
                  <a:srgbClr val="757575"/>
                </a:solidFill>
              </a:defRPr>
            </a:lvl3pPr>
            <a:lvl4pPr indent="-228600" lvl="3" marL="1828800" algn="l">
              <a:lnSpc>
                <a:spcPct val="120000"/>
              </a:lnSpc>
              <a:spcBef>
                <a:spcPts val="400"/>
              </a:spcBef>
              <a:spcAft>
                <a:spcPts val="0"/>
              </a:spcAft>
              <a:buClr>
                <a:srgbClr val="757575"/>
              </a:buClr>
              <a:buSzPts val="1200"/>
              <a:buNone/>
              <a:defRPr sz="1200">
                <a:solidFill>
                  <a:srgbClr val="757575"/>
                </a:solidFill>
              </a:defRPr>
            </a:lvl4pPr>
            <a:lvl5pPr indent="-228600" lvl="4" marL="2286000" algn="l">
              <a:lnSpc>
                <a:spcPct val="12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131" name="Google Shape;131;p23"/>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2" name="Google Shape;132;p23"/>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3" name="Google Shape;133;p23"/>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p:cSld name="Title">
    <p:bg>
      <p:bgPr>
        <a:solidFill>
          <a:schemeClr val="lt1"/>
        </a:solidFill>
      </p:bgPr>
    </p:bg>
    <p:spTree>
      <p:nvGrpSpPr>
        <p:cNvPr id="134" name="Shape 134"/>
        <p:cNvGrpSpPr/>
        <p:nvPr/>
      </p:nvGrpSpPr>
      <p:grpSpPr>
        <a:xfrm>
          <a:off x="0" y="0"/>
          <a:ext cx="0" cy="0"/>
          <a:chOff x="0" y="0"/>
          <a:chExt cx="0" cy="0"/>
        </a:xfrm>
      </p:grpSpPr>
      <p:sp>
        <p:nvSpPr>
          <p:cNvPr id="135" name="Google Shape;135;p24"/>
          <p:cNvSpPr txBox="1"/>
          <p:nvPr>
            <p:ph type="ctrTitle"/>
          </p:nvPr>
        </p:nvSpPr>
        <p:spPr>
          <a:xfrm>
            <a:off x="314429" y="298538"/>
            <a:ext cx="7226700" cy="27534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accent1"/>
              </a:buClr>
              <a:buSzPts val="5000"/>
              <a:buFont typeface="Open Sans"/>
              <a:buNone/>
              <a:defRPr sz="5000">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6" name="Google Shape;136;p24"/>
          <p:cNvSpPr txBox="1"/>
          <p:nvPr>
            <p:ph idx="1" type="subTitle"/>
          </p:nvPr>
        </p:nvSpPr>
        <p:spPr>
          <a:xfrm>
            <a:off x="324242" y="4251960"/>
            <a:ext cx="7215300" cy="567600"/>
          </a:xfrm>
          <a:prstGeom prst="rect">
            <a:avLst/>
          </a:prstGeom>
          <a:noFill/>
          <a:ln>
            <a:noFill/>
          </a:ln>
        </p:spPr>
        <p:txBody>
          <a:bodyPr anchorCtr="0" anchor="t" bIns="34275" lIns="68575" spcFirstLastPara="1" rIns="68575" wrap="square" tIns="34275">
            <a:normAutofit/>
          </a:bodyPr>
          <a:lstStyle>
            <a:lvl1pPr lvl="0" algn="l">
              <a:lnSpc>
                <a:spcPct val="120000"/>
              </a:lnSpc>
              <a:spcBef>
                <a:spcPts val="800"/>
              </a:spcBef>
              <a:spcAft>
                <a:spcPts val="0"/>
              </a:spcAft>
              <a:buClr>
                <a:schemeClr val="dk1"/>
              </a:buClr>
              <a:buSzPts val="1100"/>
              <a:buNone/>
              <a:defRPr/>
            </a:lvl1pPr>
            <a:lvl2pPr lvl="1" algn="l">
              <a:lnSpc>
                <a:spcPct val="120000"/>
              </a:lnSpc>
              <a:spcBef>
                <a:spcPts val="400"/>
              </a:spcBef>
              <a:spcAft>
                <a:spcPts val="0"/>
              </a:spcAft>
              <a:buClr>
                <a:schemeClr val="dk1"/>
              </a:buClr>
              <a:buSzPts val="1400"/>
              <a:buChar char="•"/>
              <a:defRPr/>
            </a:lvl2pPr>
            <a:lvl3pPr lvl="2" algn="l">
              <a:lnSpc>
                <a:spcPct val="120000"/>
              </a:lnSpc>
              <a:spcBef>
                <a:spcPts val="400"/>
              </a:spcBef>
              <a:spcAft>
                <a:spcPts val="0"/>
              </a:spcAft>
              <a:buClr>
                <a:schemeClr val="dk1"/>
              </a:buClr>
              <a:buSzPts val="1400"/>
              <a:buChar char="•"/>
              <a:defRPr/>
            </a:lvl3pPr>
            <a:lvl4pPr lvl="3" algn="l">
              <a:lnSpc>
                <a:spcPct val="120000"/>
              </a:lnSpc>
              <a:spcBef>
                <a:spcPts val="400"/>
              </a:spcBef>
              <a:spcAft>
                <a:spcPts val="0"/>
              </a:spcAft>
              <a:buClr>
                <a:schemeClr val="dk1"/>
              </a:buClr>
              <a:buSzPts val="1400"/>
              <a:buChar char="•"/>
              <a:defRPr/>
            </a:lvl4pPr>
            <a:lvl5pPr lvl="4" algn="l">
              <a:lnSpc>
                <a:spcPct val="120000"/>
              </a:lnSpc>
              <a:spcBef>
                <a:spcPts val="400"/>
              </a:spcBef>
              <a:spcAft>
                <a:spcPts val="0"/>
              </a:spcAft>
              <a:buClr>
                <a:schemeClr val="dk1"/>
              </a:buClr>
              <a:buSzPts val="1400"/>
              <a:buChar char="•"/>
              <a:defRPr/>
            </a:lvl5pPr>
            <a:lvl6pPr lvl="5" algn="l">
              <a:lnSpc>
                <a:spcPct val="90000"/>
              </a:lnSpc>
              <a:spcBef>
                <a:spcPts val="400"/>
              </a:spcBef>
              <a:spcAft>
                <a:spcPts val="0"/>
              </a:spcAft>
              <a:buClr>
                <a:schemeClr val="dk1"/>
              </a:buClr>
              <a:buSzPts val="1400"/>
              <a:buChar char="•"/>
              <a:defRPr/>
            </a:lvl6pPr>
            <a:lvl7pPr lvl="6" algn="l">
              <a:lnSpc>
                <a:spcPct val="90000"/>
              </a:lnSpc>
              <a:spcBef>
                <a:spcPts val="400"/>
              </a:spcBef>
              <a:spcAft>
                <a:spcPts val="0"/>
              </a:spcAft>
              <a:buClr>
                <a:schemeClr val="dk1"/>
              </a:buClr>
              <a:buSzPts val="1400"/>
              <a:buChar char="•"/>
              <a:defRPr/>
            </a:lvl7pPr>
            <a:lvl8pPr lvl="7" algn="l">
              <a:lnSpc>
                <a:spcPct val="90000"/>
              </a:lnSpc>
              <a:spcBef>
                <a:spcPts val="400"/>
              </a:spcBef>
              <a:spcAft>
                <a:spcPts val="0"/>
              </a:spcAft>
              <a:buClr>
                <a:schemeClr val="dk1"/>
              </a:buClr>
              <a:buSzPts val="1400"/>
              <a:buChar char="•"/>
              <a:defRPr/>
            </a:lvl8pPr>
            <a:lvl9pPr lvl="8" algn="l">
              <a:lnSpc>
                <a:spcPct val="90000"/>
              </a:lnSpc>
              <a:spcBef>
                <a:spcPts val="400"/>
              </a:spcBef>
              <a:spcAft>
                <a:spcPts val="0"/>
              </a:spcAft>
              <a:buClr>
                <a:schemeClr val="dk1"/>
              </a:buClr>
              <a:buSzPts val="1400"/>
              <a:buChar char="•"/>
              <a:defRPr/>
            </a:lvl9pPr>
          </a:lstStyle>
          <a:p/>
        </p:txBody>
      </p:sp>
      <p:sp>
        <p:nvSpPr>
          <p:cNvPr id="137" name="Google Shape;137;p24"/>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8" name="Google Shape;138;p24"/>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9" name="Google Shape;139;p24"/>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140" name="Google Shape;140;p24"/>
          <p:cNvCxnSpPr/>
          <p:nvPr/>
        </p:nvCxnSpPr>
        <p:spPr>
          <a:xfrm>
            <a:off x="397764" y="4123846"/>
            <a:ext cx="83433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cSld name="Title 2">
    <p:bg>
      <p:bgPr>
        <a:solidFill>
          <a:schemeClr val="lt1"/>
        </a:solidFill>
      </p:bgPr>
    </p:bg>
    <p:spTree>
      <p:nvGrpSpPr>
        <p:cNvPr id="141" name="Shape 141"/>
        <p:cNvGrpSpPr/>
        <p:nvPr/>
      </p:nvGrpSpPr>
      <p:grpSpPr>
        <a:xfrm>
          <a:off x="0" y="0"/>
          <a:ext cx="0" cy="0"/>
          <a:chOff x="0" y="0"/>
          <a:chExt cx="0" cy="0"/>
        </a:xfrm>
      </p:grpSpPr>
      <p:sp>
        <p:nvSpPr>
          <p:cNvPr id="142" name="Google Shape;142;p25"/>
          <p:cNvSpPr txBox="1"/>
          <p:nvPr>
            <p:ph type="ctrTitle"/>
          </p:nvPr>
        </p:nvSpPr>
        <p:spPr>
          <a:xfrm>
            <a:off x="301752" y="574313"/>
            <a:ext cx="7226700" cy="25914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accent1"/>
              </a:buClr>
              <a:buSzPts val="6600"/>
              <a:buFont typeface="Open Sans"/>
              <a:buNone/>
              <a:defRPr sz="6600">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3" name="Google Shape;143;p25"/>
          <p:cNvSpPr txBox="1"/>
          <p:nvPr>
            <p:ph idx="1" type="subTitle"/>
          </p:nvPr>
        </p:nvSpPr>
        <p:spPr>
          <a:xfrm>
            <a:off x="322071" y="3953883"/>
            <a:ext cx="7209900" cy="750900"/>
          </a:xfrm>
          <a:prstGeom prst="rect">
            <a:avLst/>
          </a:prstGeom>
          <a:noFill/>
          <a:ln>
            <a:noFill/>
          </a:ln>
        </p:spPr>
        <p:txBody>
          <a:bodyPr anchorCtr="0" anchor="ctr" bIns="34275" lIns="68575" spcFirstLastPara="1" rIns="68575" wrap="square" tIns="34275">
            <a:normAutofit/>
          </a:bodyPr>
          <a:lstStyle>
            <a:lvl1pPr lvl="0" algn="l">
              <a:lnSpc>
                <a:spcPct val="120000"/>
              </a:lnSpc>
              <a:spcBef>
                <a:spcPts val="800"/>
              </a:spcBef>
              <a:spcAft>
                <a:spcPts val="0"/>
              </a:spcAft>
              <a:buClr>
                <a:schemeClr val="dk1"/>
              </a:buClr>
              <a:buSzPts val="1100"/>
              <a:buNone/>
              <a:defRPr/>
            </a:lvl1pPr>
            <a:lvl2pPr lvl="1" algn="l">
              <a:lnSpc>
                <a:spcPct val="120000"/>
              </a:lnSpc>
              <a:spcBef>
                <a:spcPts val="400"/>
              </a:spcBef>
              <a:spcAft>
                <a:spcPts val="0"/>
              </a:spcAft>
              <a:buClr>
                <a:schemeClr val="dk1"/>
              </a:buClr>
              <a:buSzPts val="1400"/>
              <a:buChar char="•"/>
              <a:defRPr/>
            </a:lvl2pPr>
            <a:lvl3pPr lvl="2" algn="l">
              <a:lnSpc>
                <a:spcPct val="120000"/>
              </a:lnSpc>
              <a:spcBef>
                <a:spcPts val="400"/>
              </a:spcBef>
              <a:spcAft>
                <a:spcPts val="0"/>
              </a:spcAft>
              <a:buClr>
                <a:schemeClr val="dk1"/>
              </a:buClr>
              <a:buSzPts val="1400"/>
              <a:buChar char="•"/>
              <a:defRPr/>
            </a:lvl3pPr>
            <a:lvl4pPr lvl="3" algn="l">
              <a:lnSpc>
                <a:spcPct val="120000"/>
              </a:lnSpc>
              <a:spcBef>
                <a:spcPts val="400"/>
              </a:spcBef>
              <a:spcAft>
                <a:spcPts val="0"/>
              </a:spcAft>
              <a:buClr>
                <a:schemeClr val="dk1"/>
              </a:buClr>
              <a:buSzPts val="1400"/>
              <a:buChar char="•"/>
              <a:defRPr/>
            </a:lvl4pPr>
            <a:lvl5pPr lvl="4" algn="l">
              <a:lnSpc>
                <a:spcPct val="120000"/>
              </a:lnSpc>
              <a:spcBef>
                <a:spcPts val="400"/>
              </a:spcBef>
              <a:spcAft>
                <a:spcPts val="0"/>
              </a:spcAft>
              <a:buClr>
                <a:schemeClr val="dk1"/>
              </a:buClr>
              <a:buSzPts val="1400"/>
              <a:buChar char="•"/>
              <a:defRPr/>
            </a:lvl5pPr>
            <a:lvl6pPr lvl="5" algn="l">
              <a:lnSpc>
                <a:spcPct val="90000"/>
              </a:lnSpc>
              <a:spcBef>
                <a:spcPts val="400"/>
              </a:spcBef>
              <a:spcAft>
                <a:spcPts val="0"/>
              </a:spcAft>
              <a:buClr>
                <a:schemeClr val="dk1"/>
              </a:buClr>
              <a:buSzPts val="1400"/>
              <a:buChar char="•"/>
              <a:defRPr/>
            </a:lvl6pPr>
            <a:lvl7pPr lvl="6" algn="l">
              <a:lnSpc>
                <a:spcPct val="90000"/>
              </a:lnSpc>
              <a:spcBef>
                <a:spcPts val="400"/>
              </a:spcBef>
              <a:spcAft>
                <a:spcPts val="0"/>
              </a:spcAft>
              <a:buClr>
                <a:schemeClr val="dk1"/>
              </a:buClr>
              <a:buSzPts val="1400"/>
              <a:buChar char="•"/>
              <a:defRPr/>
            </a:lvl7pPr>
            <a:lvl8pPr lvl="7" algn="l">
              <a:lnSpc>
                <a:spcPct val="90000"/>
              </a:lnSpc>
              <a:spcBef>
                <a:spcPts val="400"/>
              </a:spcBef>
              <a:spcAft>
                <a:spcPts val="0"/>
              </a:spcAft>
              <a:buClr>
                <a:schemeClr val="dk1"/>
              </a:buClr>
              <a:buSzPts val="1400"/>
              <a:buChar char="•"/>
              <a:defRPr/>
            </a:lvl8pPr>
            <a:lvl9pPr lvl="8" algn="l">
              <a:lnSpc>
                <a:spcPct val="90000"/>
              </a:lnSpc>
              <a:spcBef>
                <a:spcPts val="400"/>
              </a:spcBef>
              <a:spcAft>
                <a:spcPts val="0"/>
              </a:spcAft>
              <a:buClr>
                <a:schemeClr val="dk1"/>
              </a:buClr>
              <a:buSzPts val="1400"/>
              <a:buChar char="•"/>
              <a:defRPr/>
            </a:lvl9pPr>
          </a:lstStyle>
          <a:p/>
        </p:txBody>
      </p:sp>
      <p:sp>
        <p:nvSpPr>
          <p:cNvPr id="144" name="Google Shape;144;p25"/>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5" name="Google Shape;145;p25"/>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6" name="Google Shape;146;p25"/>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147" name="Google Shape;147;p25"/>
          <p:cNvCxnSpPr/>
          <p:nvPr/>
        </p:nvCxnSpPr>
        <p:spPr>
          <a:xfrm>
            <a:off x="400050" y="3888318"/>
            <a:ext cx="8343900" cy="0"/>
          </a:xfrm>
          <a:prstGeom prst="straightConnector1">
            <a:avLst/>
          </a:prstGeom>
          <a:noFill/>
          <a:ln cap="flat" cmpd="sng" w="9525">
            <a:solidFill>
              <a:schemeClr val="dk1">
                <a:alpha val="25099"/>
              </a:schemeClr>
            </a:solidFill>
            <a:prstDash val="solid"/>
            <a:miter lim="800000"/>
            <a:headEnd len="sm" w="sm" type="none"/>
            <a:tailEnd len="sm" w="sm" type="none"/>
          </a:ln>
        </p:spPr>
      </p:cxnSp>
      <p:cxnSp>
        <p:nvCxnSpPr>
          <p:cNvPr id="148" name="Google Shape;148;p25"/>
          <p:cNvCxnSpPr/>
          <p:nvPr/>
        </p:nvCxnSpPr>
        <p:spPr>
          <a:xfrm>
            <a:off x="400050" y="4743450"/>
            <a:ext cx="83439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3" showMasterSp="0">
  <p:cSld name="Title 3">
    <p:bg>
      <p:bgPr>
        <a:solidFill>
          <a:schemeClr val="accent1"/>
        </a:solidFill>
      </p:bgPr>
    </p:bg>
    <p:spTree>
      <p:nvGrpSpPr>
        <p:cNvPr id="149" name="Shape 149"/>
        <p:cNvGrpSpPr/>
        <p:nvPr/>
      </p:nvGrpSpPr>
      <p:grpSpPr>
        <a:xfrm>
          <a:off x="0" y="0"/>
          <a:ext cx="0" cy="0"/>
          <a:chOff x="0" y="0"/>
          <a:chExt cx="0" cy="0"/>
        </a:xfrm>
      </p:grpSpPr>
      <p:sp>
        <p:nvSpPr>
          <p:cNvPr id="150" name="Google Shape;150;p26"/>
          <p:cNvSpPr txBox="1"/>
          <p:nvPr>
            <p:ph type="ctrTitle"/>
          </p:nvPr>
        </p:nvSpPr>
        <p:spPr>
          <a:xfrm>
            <a:off x="301752" y="574313"/>
            <a:ext cx="7226700" cy="26463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lt1"/>
              </a:buClr>
              <a:buSzPts val="6600"/>
              <a:buFont typeface="Open Sans"/>
              <a:buNone/>
              <a:defRPr sz="66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1" name="Google Shape;151;p26"/>
          <p:cNvSpPr txBox="1"/>
          <p:nvPr>
            <p:ph idx="1" type="subTitle"/>
          </p:nvPr>
        </p:nvSpPr>
        <p:spPr>
          <a:xfrm>
            <a:off x="326143" y="3888319"/>
            <a:ext cx="7931700" cy="864900"/>
          </a:xfrm>
          <a:prstGeom prst="rect">
            <a:avLst/>
          </a:prstGeom>
          <a:noFill/>
          <a:ln>
            <a:noFill/>
          </a:ln>
        </p:spPr>
        <p:txBody>
          <a:bodyPr anchorCtr="0" anchor="ctr" bIns="34275" lIns="68575" spcFirstLastPara="1" rIns="68575" wrap="square" tIns="34275">
            <a:normAutofit/>
          </a:bodyPr>
          <a:lstStyle>
            <a:lvl1pPr lvl="0" algn="l">
              <a:lnSpc>
                <a:spcPct val="120000"/>
              </a:lnSpc>
              <a:spcBef>
                <a:spcPts val="800"/>
              </a:spcBef>
              <a:spcAft>
                <a:spcPts val="0"/>
              </a:spcAft>
              <a:buClr>
                <a:schemeClr val="lt1"/>
              </a:buClr>
              <a:buSzPts val="1100"/>
              <a:buNone/>
              <a:defRPr>
                <a:solidFill>
                  <a:schemeClr val="lt1"/>
                </a:solidFill>
              </a:defRPr>
            </a:lvl1pPr>
            <a:lvl2pPr lvl="1" algn="l">
              <a:lnSpc>
                <a:spcPct val="120000"/>
              </a:lnSpc>
              <a:spcBef>
                <a:spcPts val="400"/>
              </a:spcBef>
              <a:spcAft>
                <a:spcPts val="0"/>
              </a:spcAft>
              <a:buClr>
                <a:schemeClr val="lt1"/>
              </a:buClr>
              <a:buSzPts val="1400"/>
              <a:buChar char="•"/>
              <a:defRPr/>
            </a:lvl2pPr>
            <a:lvl3pPr lvl="2" algn="l">
              <a:lnSpc>
                <a:spcPct val="120000"/>
              </a:lnSpc>
              <a:spcBef>
                <a:spcPts val="400"/>
              </a:spcBef>
              <a:spcAft>
                <a:spcPts val="0"/>
              </a:spcAft>
              <a:buClr>
                <a:schemeClr val="lt1"/>
              </a:buClr>
              <a:buSzPts val="1400"/>
              <a:buChar char="•"/>
              <a:defRPr/>
            </a:lvl3pPr>
            <a:lvl4pPr lvl="3" algn="l">
              <a:lnSpc>
                <a:spcPct val="120000"/>
              </a:lnSpc>
              <a:spcBef>
                <a:spcPts val="400"/>
              </a:spcBef>
              <a:spcAft>
                <a:spcPts val="0"/>
              </a:spcAft>
              <a:buClr>
                <a:schemeClr val="lt1"/>
              </a:buClr>
              <a:buSzPts val="1400"/>
              <a:buChar char="•"/>
              <a:defRPr/>
            </a:lvl4pPr>
            <a:lvl5pPr lvl="4" algn="l">
              <a:lnSpc>
                <a:spcPct val="120000"/>
              </a:lnSpc>
              <a:spcBef>
                <a:spcPts val="400"/>
              </a:spcBef>
              <a:spcAft>
                <a:spcPts val="0"/>
              </a:spcAft>
              <a:buClr>
                <a:schemeClr val="lt1"/>
              </a:buClr>
              <a:buSzPts val="1400"/>
              <a:buChar char="•"/>
              <a:defRPr/>
            </a:lvl5pPr>
            <a:lvl6pPr lvl="5" algn="l">
              <a:lnSpc>
                <a:spcPct val="90000"/>
              </a:lnSpc>
              <a:spcBef>
                <a:spcPts val="400"/>
              </a:spcBef>
              <a:spcAft>
                <a:spcPts val="0"/>
              </a:spcAft>
              <a:buClr>
                <a:schemeClr val="lt1"/>
              </a:buClr>
              <a:buSzPts val="1400"/>
              <a:buChar char="•"/>
              <a:defRPr/>
            </a:lvl6pPr>
            <a:lvl7pPr lvl="6" algn="l">
              <a:lnSpc>
                <a:spcPct val="90000"/>
              </a:lnSpc>
              <a:spcBef>
                <a:spcPts val="400"/>
              </a:spcBef>
              <a:spcAft>
                <a:spcPts val="0"/>
              </a:spcAft>
              <a:buClr>
                <a:schemeClr val="lt1"/>
              </a:buClr>
              <a:buSzPts val="1400"/>
              <a:buChar char="•"/>
              <a:defRPr/>
            </a:lvl7pPr>
            <a:lvl8pPr lvl="7" algn="l">
              <a:lnSpc>
                <a:spcPct val="90000"/>
              </a:lnSpc>
              <a:spcBef>
                <a:spcPts val="400"/>
              </a:spcBef>
              <a:spcAft>
                <a:spcPts val="0"/>
              </a:spcAft>
              <a:buClr>
                <a:schemeClr val="lt1"/>
              </a:buClr>
              <a:buSzPts val="1400"/>
              <a:buChar char="•"/>
              <a:defRPr/>
            </a:lvl8pPr>
            <a:lvl9pPr lvl="8" algn="l">
              <a:lnSpc>
                <a:spcPct val="90000"/>
              </a:lnSpc>
              <a:spcBef>
                <a:spcPts val="400"/>
              </a:spcBef>
              <a:spcAft>
                <a:spcPts val="0"/>
              </a:spcAft>
              <a:buClr>
                <a:schemeClr val="lt1"/>
              </a:buClr>
              <a:buSzPts val="1400"/>
              <a:buChar char="•"/>
              <a:defRPr/>
            </a:lvl9pPr>
          </a:lstStyle>
          <a:p/>
        </p:txBody>
      </p:sp>
      <p:sp>
        <p:nvSpPr>
          <p:cNvPr id="152" name="Google Shape;152;p26"/>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3" name="Google Shape;153;p26"/>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4" name="Google Shape;154;p26"/>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700" u="none" cap="none" strike="noStrike">
                <a:solidFill>
                  <a:schemeClr val="lt1"/>
                </a:solidFill>
                <a:latin typeface="Arial"/>
                <a:ea typeface="Arial"/>
                <a:cs typeface="Arial"/>
                <a:sym typeface="Arial"/>
              </a:defRPr>
            </a:lvl1pPr>
            <a:lvl2pPr indent="0" lvl="1" marL="0" algn="r">
              <a:spcBef>
                <a:spcPts val="0"/>
              </a:spcBef>
              <a:buNone/>
              <a:defRPr b="0" i="0" sz="700" u="none" cap="none" strike="noStrike">
                <a:solidFill>
                  <a:schemeClr val="lt1"/>
                </a:solidFill>
                <a:latin typeface="Arial"/>
                <a:ea typeface="Arial"/>
                <a:cs typeface="Arial"/>
                <a:sym typeface="Arial"/>
              </a:defRPr>
            </a:lvl2pPr>
            <a:lvl3pPr indent="0" lvl="2" marL="0" algn="r">
              <a:spcBef>
                <a:spcPts val="0"/>
              </a:spcBef>
              <a:buNone/>
              <a:defRPr b="0" i="0" sz="700" u="none" cap="none" strike="noStrike">
                <a:solidFill>
                  <a:schemeClr val="lt1"/>
                </a:solidFill>
                <a:latin typeface="Arial"/>
                <a:ea typeface="Arial"/>
                <a:cs typeface="Arial"/>
                <a:sym typeface="Arial"/>
              </a:defRPr>
            </a:lvl3pPr>
            <a:lvl4pPr indent="0" lvl="3" marL="0" algn="r">
              <a:spcBef>
                <a:spcPts val="0"/>
              </a:spcBef>
              <a:buNone/>
              <a:defRPr b="0" i="0" sz="700" u="none" cap="none" strike="noStrike">
                <a:solidFill>
                  <a:schemeClr val="lt1"/>
                </a:solidFill>
                <a:latin typeface="Arial"/>
                <a:ea typeface="Arial"/>
                <a:cs typeface="Arial"/>
                <a:sym typeface="Arial"/>
              </a:defRPr>
            </a:lvl4pPr>
            <a:lvl5pPr indent="0" lvl="4" marL="0" algn="r">
              <a:spcBef>
                <a:spcPts val="0"/>
              </a:spcBef>
              <a:buNone/>
              <a:defRPr b="0" i="0" sz="700" u="none" cap="none" strike="noStrike">
                <a:solidFill>
                  <a:schemeClr val="lt1"/>
                </a:solidFill>
                <a:latin typeface="Arial"/>
                <a:ea typeface="Arial"/>
                <a:cs typeface="Arial"/>
                <a:sym typeface="Arial"/>
              </a:defRPr>
            </a:lvl5pPr>
            <a:lvl6pPr indent="0" lvl="5" marL="0" algn="r">
              <a:spcBef>
                <a:spcPts val="0"/>
              </a:spcBef>
              <a:buNone/>
              <a:defRPr b="0" i="0" sz="700" u="none" cap="none" strike="noStrike">
                <a:solidFill>
                  <a:schemeClr val="lt1"/>
                </a:solidFill>
                <a:latin typeface="Arial"/>
                <a:ea typeface="Arial"/>
                <a:cs typeface="Arial"/>
                <a:sym typeface="Arial"/>
              </a:defRPr>
            </a:lvl6pPr>
            <a:lvl7pPr indent="0" lvl="6" marL="0" algn="r">
              <a:spcBef>
                <a:spcPts val="0"/>
              </a:spcBef>
              <a:buNone/>
              <a:defRPr b="0" i="0" sz="700" u="none" cap="none" strike="noStrike">
                <a:solidFill>
                  <a:schemeClr val="lt1"/>
                </a:solidFill>
                <a:latin typeface="Arial"/>
                <a:ea typeface="Arial"/>
                <a:cs typeface="Arial"/>
                <a:sym typeface="Arial"/>
              </a:defRPr>
            </a:lvl7pPr>
            <a:lvl8pPr indent="0" lvl="7" marL="0" algn="r">
              <a:spcBef>
                <a:spcPts val="0"/>
              </a:spcBef>
              <a:buNone/>
              <a:defRPr b="0" i="0" sz="700" u="none" cap="none" strike="noStrike">
                <a:solidFill>
                  <a:schemeClr val="lt1"/>
                </a:solidFill>
                <a:latin typeface="Arial"/>
                <a:ea typeface="Arial"/>
                <a:cs typeface="Arial"/>
                <a:sym typeface="Arial"/>
              </a:defRPr>
            </a:lvl8pPr>
            <a:lvl9pPr indent="0" lvl="8" marL="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155" name="Google Shape;155;p26"/>
          <p:cNvCxnSpPr/>
          <p:nvPr/>
        </p:nvCxnSpPr>
        <p:spPr>
          <a:xfrm>
            <a:off x="400050" y="400154"/>
            <a:ext cx="8345400" cy="0"/>
          </a:xfrm>
          <a:prstGeom prst="straightConnector1">
            <a:avLst/>
          </a:prstGeom>
          <a:noFill/>
          <a:ln cap="flat" cmpd="sng" w="60325">
            <a:solidFill>
              <a:schemeClr val="lt2"/>
            </a:solidFill>
            <a:prstDash val="solid"/>
            <a:miter lim="800000"/>
            <a:headEnd len="sm" w="sm" type="none"/>
            <a:tailEnd len="sm" w="sm" type="none"/>
          </a:ln>
        </p:spPr>
      </p:cxnSp>
      <p:cxnSp>
        <p:nvCxnSpPr>
          <p:cNvPr id="156" name="Google Shape;156;p26"/>
          <p:cNvCxnSpPr/>
          <p:nvPr/>
        </p:nvCxnSpPr>
        <p:spPr>
          <a:xfrm>
            <a:off x="400050" y="3876936"/>
            <a:ext cx="8345400" cy="0"/>
          </a:xfrm>
          <a:prstGeom prst="straightConnector1">
            <a:avLst/>
          </a:prstGeom>
          <a:noFill/>
          <a:ln cap="flat" cmpd="sng" w="9525">
            <a:solidFill>
              <a:schemeClr val="lt2"/>
            </a:solidFill>
            <a:prstDash val="solid"/>
            <a:miter lim="800000"/>
            <a:headEnd len="sm" w="sm" type="none"/>
            <a:tailEnd len="sm" w="sm" type="none"/>
          </a:ln>
        </p:spPr>
      </p:cxnSp>
      <p:cxnSp>
        <p:nvCxnSpPr>
          <p:cNvPr id="157" name="Google Shape;157;p26"/>
          <p:cNvCxnSpPr/>
          <p:nvPr/>
        </p:nvCxnSpPr>
        <p:spPr>
          <a:xfrm>
            <a:off x="400050" y="4748108"/>
            <a:ext cx="8340000" cy="0"/>
          </a:xfrm>
          <a:prstGeom prst="straightConnector1">
            <a:avLst/>
          </a:prstGeom>
          <a:noFill/>
          <a:ln cap="flat" cmpd="sng" w="9525">
            <a:solidFill>
              <a:schemeClr val="lt2"/>
            </a:solidFill>
            <a:prstDash val="solid"/>
            <a:miter lim="800000"/>
            <a:headEnd len="sm" w="sm" type="none"/>
            <a:tailEnd len="sm" w="sm"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bg>
      <p:bgPr>
        <a:solidFill>
          <a:schemeClr val="accent1"/>
        </a:solidFill>
      </p:bgPr>
    </p:bg>
    <p:spTree>
      <p:nvGrpSpPr>
        <p:cNvPr id="158" name="Shape 158"/>
        <p:cNvGrpSpPr/>
        <p:nvPr/>
      </p:nvGrpSpPr>
      <p:grpSpPr>
        <a:xfrm>
          <a:off x="0" y="0"/>
          <a:ext cx="0" cy="0"/>
          <a:chOff x="0" y="0"/>
          <a:chExt cx="0" cy="0"/>
        </a:xfrm>
      </p:grpSpPr>
      <p:sp>
        <p:nvSpPr>
          <p:cNvPr id="159" name="Google Shape;159;p27"/>
          <p:cNvSpPr txBox="1"/>
          <p:nvPr>
            <p:ph type="title"/>
          </p:nvPr>
        </p:nvSpPr>
        <p:spPr>
          <a:xfrm>
            <a:off x="320248" y="2263806"/>
            <a:ext cx="6720900" cy="2435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5000"/>
              <a:buFont typeface="Open Sans"/>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0" name="Google Shape;160;p27"/>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1" name="Google Shape;161;p27"/>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2" name="Google Shape;162;p27"/>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700">
                <a:solidFill>
                  <a:schemeClr val="lt1"/>
                </a:solidFill>
                <a:latin typeface="Arial"/>
                <a:ea typeface="Arial"/>
                <a:cs typeface="Arial"/>
                <a:sym typeface="Arial"/>
              </a:defRPr>
            </a:lvl1pPr>
            <a:lvl2pPr indent="0" lvl="1" marL="0" algn="r">
              <a:spcBef>
                <a:spcPts val="0"/>
              </a:spcBef>
              <a:buNone/>
              <a:defRPr sz="700">
                <a:solidFill>
                  <a:schemeClr val="lt1"/>
                </a:solidFill>
                <a:latin typeface="Arial"/>
                <a:ea typeface="Arial"/>
                <a:cs typeface="Arial"/>
                <a:sym typeface="Arial"/>
              </a:defRPr>
            </a:lvl2pPr>
            <a:lvl3pPr indent="0" lvl="2" marL="0" algn="r">
              <a:spcBef>
                <a:spcPts val="0"/>
              </a:spcBef>
              <a:buNone/>
              <a:defRPr sz="700">
                <a:solidFill>
                  <a:schemeClr val="lt1"/>
                </a:solidFill>
                <a:latin typeface="Arial"/>
                <a:ea typeface="Arial"/>
                <a:cs typeface="Arial"/>
                <a:sym typeface="Arial"/>
              </a:defRPr>
            </a:lvl3pPr>
            <a:lvl4pPr indent="0" lvl="3" marL="0" algn="r">
              <a:spcBef>
                <a:spcPts val="0"/>
              </a:spcBef>
              <a:buNone/>
              <a:defRPr sz="700">
                <a:solidFill>
                  <a:schemeClr val="lt1"/>
                </a:solidFill>
                <a:latin typeface="Arial"/>
                <a:ea typeface="Arial"/>
                <a:cs typeface="Arial"/>
                <a:sym typeface="Arial"/>
              </a:defRPr>
            </a:lvl4pPr>
            <a:lvl5pPr indent="0" lvl="4" marL="0" algn="r">
              <a:spcBef>
                <a:spcPts val="0"/>
              </a:spcBef>
              <a:buNone/>
              <a:defRPr sz="700">
                <a:solidFill>
                  <a:schemeClr val="lt1"/>
                </a:solidFill>
                <a:latin typeface="Arial"/>
                <a:ea typeface="Arial"/>
                <a:cs typeface="Arial"/>
                <a:sym typeface="Arial"/>
              </a:defRPr>
            </a:lvl5pPr>
            <a:lvl6pPr indent="0" lvl="5" marL="0" algn="r">
              <a:spcBef>
                <a:spcPts val="0"/>
              </a:spcBef>
              <a:buNone/>
              <a:defRPr sz="700">
                <a:solidFill>
                  <a:schemeClr val="lt1"/>
                </a:solidFill>
                <a:latin typeface="Arial"/>
                <a:ea typeface="Arial"/>
                <a:cs typeface="Arial"/>
                <a:sym typeface="Arial"/>
              </a:defRPr>
            </a:lvl6pPr>
            <a:lvl7pPr indent="0" lvl="6" marL="0" algn="r">
              <a:spcBef>
                <a:spcPts val="0"/>
              </a:spcBef>
              <a:buNone/>
              <a:defRPr sz="700">
                <a:solidFill>
                  <a:schemeClr val="lt1"/>
                </a:solidFill>
                <a:latin typeface="Arial"/>
                <a:ea typeface="Arial"/>
                <a:cs typeface="Arial"/>
                <a:sym typeface="Arial"/>
              </a:defRPr>
            </a:lvl7pPr>
            <a:lvl8pPr indent="0" lvl="7" marL="0" algn="r">
              <a:spcBef>
                <a:spcPts val="0"/>
              </a:spcBef>
              <a:buNone/>
              <a:defRPr sz="700">
                <a:solidFill>
                  <a:schemeClr val="lt1"/>
                </a:solidFill>
                <a:latin typeface="Arial"/>
                <a:ea typeface="Arial"/>
                <a:cs typeface="Arial"/>
                <a:sym typeface="Arial"/>
              </a:defRPr>
            </a:lvl8pPr>
            <a:lvl9pPr indent="0" lvl="8" marL="0" algn="r">
              <a:spcBef>
                <a:spcPts val="0"/>
              </a:spcBef>
              <a:buNone/>
              <a:defRPr sz="7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163" name="Google Shape;163;p27"/>
          <p:cNvCxnSpPr/>
          <p:nvPr/>
        </p:nvCxnSpPr>
        <p:spPr>
          <a:xfrm>
            <a:off x="397985" y="398969"/>
            <a:ext cx="8346000" cy="0"/>
          </a:xfrm>
          <a:prstGeom prst="straightConnector1">
            <a:avLst/>
          </a:prstGeom>
          <a:noFill/>
          <a:ln cap="flat" cmpd="sng" w="9525">
            <a:solidFill>
              <a:schemeClr val="lt2"/>
            </a:solidFill>
            <a:prstDash val="solid"/>
            <a:miter lim="800000"/>
            <a:headEnd len="sm" w="sm" type="none"/>
            <a:tailEnd len="sm" w="sm" type="none"/>
          </a:ln>
        </p:spPr>
      </p:cxnSp>
      <p:cxnSp>
        <p:nvCxnSpPr>
          <p:cNvPr id="164" name="Google Shape;164;p27"/>
          <p:cNvCxnSpPr/>
          <p:nvPr/>
        </p:nvCxnSpPr>
        <p:spPr>
          <a:xfrm>
            <a:off x="400050" y="4743450"/>
            <a:ext cx="8343900" cy="0"/>
          </a:xfrm>
          <a:prstGeom prst="straightConnector1">
            <a:avLst/>
          </a:prstGeom>
          <a:noFill/>
          <a:ln cap="flat" cmpd="sng" w="9525">
            <a:solidFill>
              <a:schemeClr val="lt2"/>
            </a:solidFill>
            <a:prstDash val="solid"/>
            <a:miter lim="800000"/>
            <a:headEnd len="sm" w="sm" type="none"/>
            <a:tailEnd len="sm" w="sm"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howMasterSp="0">
  <p:cSld name="Agenda">
    <p:bg>
      <p:bgPr>
        <a:solidFill>
          <a:schemeClr val="lt1"/>
        </a:solidFill>
      </p:bgPr>
    </p:bg>
    <p:spTree>
      <p:nvGrpSpPr>
        <p:cNvPr id="165" name="Shape 165"/>
        <p:cNvGrpSpPr/>
        <p:nvPr/>
      </p:nvGrpSpPr>
      <p:grpSpPr>
        <a:xfrm>
          <a:off x="0" y="0"/>
          <a:ext cx="0" cy="0"/>
          <a:chOff x="0" y="0"/>
          <a:chExt cx="0" cy="0"/>
        </a:xfrm>
      </p:grpSpPr>
      <p:sp>
        <p:nvSpPr>
          <p:cNvPr id="166" name="Google Shape;166;p28"/>
          <p:cNvSpPr txBox="1"/>
          <p:nvPr>
            <p:ph type="title"/>
          </p:nvPr>
        </p:nvSpPr>
        <p:spPr>
          <a:xfrm>
            <a:off x="301752" y="294638"/>
            <a:ext cx="5644200" cy="14118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accent1"/>
              </a:buClr>
              <a:buSzPts val="5000"/>
              <a:buFont typeface="Open Sans"/>
              <a:buNone/>
              <a:defRPr sz="5000">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7" name="Google Shape;167;p28"/>
          <p:cNvSpPr txBox="1"/>
          <p:nvPr>
            <p:ph idx="1" type="body"/>
          </p:nvPr>
        </p:nvSpPr>
        <p:spPr>
          <a:xfrm>
            <a:off x="326142" y="1876684"/>
            <a:ext cx="5619600" cy="2752500"/>
          </a:xfrm>
          <a:prstGeom prst="rect">
            <a:avLst/>
          </a:prstGeom>
          <a:noFill/>
          <a:ln>
            <a:noFill/>
          </a:ln>
        </p:spPr>
        <p:txBody>
          <a:bodyPr anchorCtr="0" anchor="t" bIns="34275" lIns="68575" spcFirstLastPara="1" rIns="68575" wrap="square" tIns="34275">
            <a:normAutofit/>
          </a:bodyPr>
          <a:lstStyle>
            <a:lvl1pPr indent="-323850" lvl="0" marL="457200" algn="l">
              <a:lnSpc>
                <a:spcPct val="120000"/>
              </a:lnSpc>
              <a:spcBef>
                <a:spcPts val="800"/>
              </a:spcBef>
              <a:spcAft>
                <a:spcPts val="0"/>
              </a:spcAft>
              <a:buClr>
                <a:schemeClr val="dk1"/>
              </a:buClr>
              <a:buSzPts val="1500"/>
              <a:buFont typeface="Open Sans"/>
              <a:buAutoNum type="arabicPeriod"/>
              <a:defRPr sz="1500"/>
            </a:lvl1pPr>
            <a:lvl2pPr indent="-317500" lvl="1" marL="914400" algn="l">
              <a:lnSpc>
                <a:spcPct val="120000"/>
              </a:lnSpc>
              <a:spcBef>
                <a:spcPts val="400"/>
              </a:spcBef>
              <a:spcAft>
                <a:spcPts val="0"/>
              </a:spcAft>
              <a:buClr>
                <a:schemeClr val="dk1"/>
              </a:buClr>
              <a:buSzPts val="1400"/>
              <a:buFont typeface="Open Sans"/>
              <a:buAutoNum type="arabicPeriod"/>
              <a:defRPr sz="1400"/>
            </a:lvl2pPr>
            <a:lvl3pPr indent="-304800" lvl="2" marL="1371600" algn="l">
              <a:lnSpc>
                <a:spcPct val="120000"/>
              </a:lnSpc>
              <a:spcBef>
                <a:spcPts val="400"/>
              </a:spcBef>
              <a:spcAft>
                <a:spcPts val="0"/>
              </a:spcAft>
              <a:buClr>
                <a:schemeClr val="dk1"/>
              </a:buClr>
              <a:buSzPts val="1200"/>
              <a:buFont typeface="Open Sans"/>
              <a:buAutoNum type="arabicPeriod"/>
              <a:defRPr sz="1200"/>
            </a:lvl3pPr>
            <a:lvl4pPr indent="-304800" lvl="3" marL="1828800" algn="l">
              <a:lnSpc>
                <a:spcPct val="120000"/>
              </a:lnSpc>
              <a:spcBef>
                <a:spcPts val="400"/>
              </a:spcBef>
              <a:spcAft>
                <a:spcPts val="0"/>
              </a:spcAft>
              <a:buClr>
                <a:schemeClr val="dk1"/>
              </a:buClr>
              <a:buSzPts val="1200"/>
              <a:buFont typeface="Open Sans"/>
              <a:buAutoNum type="arabicPeriod"/>
              <a:defRPr sz="1200"/>
            </a:lvl4pPr>
            <a:lvl5pPr indent="-304800" lvl="4" marL="2286000" algn="l">
              <a:lnSpc>
                <a:spcPct val="120000"/>
              </a:lnSpc>
              <a:spcBef>
                <a:spcPts val="400"/>
              </a:spcBef>
              <a:spcAft>
                <a:spcPts val="0"/>
              </a:spcAft>
              <a:buClr>
                <a:schemeClr val="dk1"/>
              </a:buClr>
              <a:buSzPts val="1200"/>
              <a:buFont typeface="Open Sans"/>
              <a:buAutoNum type="arabicPeriod"/>
              <a:defRPr sz="12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8" name="Google Shape;168;p28"/>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9" name="Google Shape;169;p28"/>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0" name="Google Shape;170;p28"/>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Picture" showMasterSp="0">
  <p:cSld name="Agenda with Picture">
    <p:bg>
      <p:bgPr>
        <a:solidFill>
          <a:schemeClr val="lt1"/>
        </a:solidFill>
      </p:bgPr>
    </p:bg>
    <p:spTree>
      <p:nvGrpSpPr>
        <p:cNvPr id="171" name="Shape 171"/>
        <p:cNvGrpSpPr/>
        <p:nvPr/>
      </p:nvGrpSpPr>
      <p:grpSpPr>
        <a:xfrm>
          <a:off x="0" y="0"/>
          <a:ext cx="0" cy="0"/>
          <a:chOff x="0" y="0"/>
          <a:chExt cx="0" cy="0"/>
        </a:xfrm>
      </p:grpSpPr>
      <p:sp>
        <p:nvSpPr>
          <p:cNvPr id="172" name="Google Shape;172;p29"/>
          <p:cNvSpPr txBox="1"/>
          <p:nvPr>
            <p:ph type="title"/>
          </p:nvPr>
        </p:nvSpPr>
        <p:spPr>
          <a:xfrm>
            <a:off x="301752" y="301139"/>
            <a:ext cx="4887600" cy="15684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accent1"/>
              </a:buClr>
              <a:buSzPts val="5000"/>
              <a:buFont typeface="Open Sans"/>
              <a:buNone/>
              <a:defRPr sz="5000">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3" name="Google Shape;173;p29"/>
          <p:cNvSpPr txBox="1"/>
          <p:nvPr>
            <p:ph idx="1" type="body"/>
          </p:nvPr>
        </p:nvSpPr>
        <p:spPr>
          <a:xfrm>
            <a:off x="327394" y="2173082"/>
            <a:ext cx="4862100" cy="2460000"/>
          </a:xfrm>
          <a:prstGeom prst="rect">
            <a:avLst/>
          </a:prstGeom>
          <a:noFill/>
          <a:ln>
            <a:noFill/>
          </a:ln>
        </p:spPr>
        <p:txBody>
          <a:bodyPr anchorCtr="0" anchor="t" bIns="34275" lIns="68575" spcFirstLastPara="1" rIns="68575" wrap="square" tIns="34275">
            <a:normAutofit/>
          </a:bodyPr>
          <a:lstStyle>
            <a:lvl1pPr indent="-323850" lvl="0" marL="457200" algn="l">
              <a:lnSpc>
                <a:spcPct val="120000"/>
              </a:lnSpc>
              <a:spcBef>
                <a:spcPts val="800"/>
              </a:spcBef>
              <a:spcAft>
                <a:spcPts val="0"/>
              </a:spcAft>
              <a:buClr>
                <a:schemeClr val="dk1"/>
              </a:buClr>
              <a:buSzPts val="1500"/>
              <a:buFont typeface="Open Sans"/>
              <a:buAutoNum type="arabicPeriod"/>
              <a:defRPr sz="1500"/>
            </a:lvl1pPr>
            <a:lvl2pPr indent="-317500" lvl="1" marL="914400" algn="l">
              <a:lnSpc>
                <a:spcPct val="120000"/>
              </a:lnSpc>
              <a:spcBef>
                <a:spcPts val="400"/>
              </a:spcBef>
              <a:spcAft>
                <a:spcPts val="0"/>
              </a:spcAft>
              <a:buClr>
                <a:schemeClr val="dk1"/>
              </a:buClr>
              <a:buSzPts val="1400"/>
              <a:buFont typeface="Open Sans"/>
              <a:buAutoNum type="arabicPeriod"/>
              <a:defRPr sz="1400"/>
            </a:lvl2pPr>
            <a:lvl3pPr indent="-304800" lvl="2" marL="1371600" algn="l">
              <a:lnSpc>
                <a:spcPct val="120000"/>
              </a:lnSpc>
              <a:spcBef>
                <a:spcPts val="400"/>
              </a:spcBef>
              <a:spcAft>
                <a:spcPts val="0"/>
              </a:spcAft>
              <a:buClr>
                <a:schemeClr val="dk1"/>
              </a:buClr>
              <a:buSzPts val="1200"/>
              <a:buFont typeface="Open Sans"/>
              <a:buAutoNum type="arabicPeriod"/>
              <a:defRPr sz="1200"/>
            </a:lvl3pPr>
            <a:lvl4pPr indent="-304800" lvl="3" marL="1828800" algn="l">
              <a:lnSpc>
                <a:spcPct val="120000"/>
              </a:lnSpc>
              <a:spcBef>
                <a:spcPts val="400"/>
              </a:spcBef>
              <a:spcAft>
                <a:spcPts val="0"/>
              </a:spcAft>
              <a:buClr>
                <a:schemeClr val="dk1"/>
              </a:buClr>
              <a:buSzPts val="1200"/>
              <a:buFont typeface="Open Sans"/>
              <a:buAutoNum type="arabicPeriod"/>
              <a:defRPr sz="1200"/>
            </a:lvl4pPr>
            <a:lvl5pPr indent="-304800" lvl="4" marL="2286000" algn="l">
              <a:lnSpc>
                <a:spcPct val="120000"/>
              </a:lnSpc>
              <a:spcBef>
                <a:spcPts val="400"/>
              </a:spcBef>
              <a:spcAft>
                <a:spcPts val="0"/>
              </a:spcAft>
              <a:buClr>
                <a:schemeClr val="dk1"/>
              </a:buClr>
              <a:buSzPts val="1200"/>
              <a:buFont typeface="Open Sans"/>
              <a:buAutoNum type="arabicPeriod"/>
              <a:defRPr sz="12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4" name="Google Shape;174;p29"/>
          <p:cNvSpPr txBox="1"/>
          <p:nvPr>
            <p:ph idx="11" type="ftr"/>
          </p:nvPr>
        </p:nvSpPr>
        <p:spPr>
          <a:xfrm>
            <a:off x="301752" y="4819568"/>
            <a:ext cx="322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5" name="Google Shape;175;p29"/>
          <p:cNvSpPr txBox="1"/>
          <p:nvPr>
            <p:ph idx="10" type="dt"/>
          </p:nvPr>
        </p:nvSpPr>
        <p:spPr>
          <a:xfrm>
            <a:off x="3671888" y="4812500"/>
            <a:ext cx="10653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6" name="Google Shape;176;p29"/>
          <p:cNvSpPr txBox="1"/>
          <p:nvPr>
            <p:ph idx="12" type="sldNum"/>
          </p:nvPr>
        </p:nvSpPr>
        <p:spPr>
          <a:xfrm>
            <a:off x="4737120" y="4812500"/>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177" name="Google Shape;177;p29"/>
          <p:cNvPicPr preferRelativeResize="0"/>
          <p:nvPr>
            <p:ph idx="2" type="pic"/>
          </p:nvPr>
        </p:nvPicPr>
        <p:blipFill/>
        <p:spPr>
          <a:xfrm>
            <a:off x="5714999" y="0"/>
            <a:ext cx="3429000" cy="5143500"/>
          </a:xfrm>
          <a:prstGeom prst="rect">
            <a:avLst/>
          </a:prstGeom>
          <a:blipFill rotWithShape="1">
            <a:blip r:embed="rId2">
              <a:alphaModFix amt="70000"/>
            </a:blip>
            <a:stretch>
              <a:fillRect b="0" l="0" r="0" t="0"/>
            </a:stretch>
          </a:blipFill>
          <a:ln>
            <a:noFill/>
          </a:ln>
          <a:effectLst>
            <a:outerShdw blurRad="203200" rotWithShape="0" algn="r" dir="7800000" dist="12700">
              <a:srgbClr val="000000">
                <a:alpha val="10200"/>
              </a:srgbClr>
            </a:outerShdw>
          </a:effectLst>
        </p:spPr>
      </p:pic>
      <p:cxnSp>
        <p:nvCxnSpPr>
          <p:cNvPr id="178" name="Google Shape;178;p29"/>
          <p:cNvCxnSpPr/>
          <p:nvPr/>
        </p:nvCxnSpPr>
        <p:spPr>
          <a:xfrm>
            <a:off x="397764" y="2003100"/>
            <a:ext cx="4802100" cy="0"/>
          </a:xfrm>
          <a:prstGeom prst="straightConnector1">
            <a:avLst/>
          </a:prstGeom>
          <a:noFill/>
          <a:ln cap="flat" cmpd="sng" w="9525">
            <a:solidFill>
              <a:srgbClr val="C2C2C2"/>
            </a:solidFill>
            <a:prstDash val="solid"/>
            <a:miter lim="800000"/>
            <a:headEnd len="sm" w="sm" type="none"/>
            <a:tailEnd len="sm" w="sm"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ith Picture 2" showMasterSp="0">
  <p:cSld name="Agenda with Picture 2">
    <p:bg>
      <p:bgPr>
        <a:solidFill>
          <a:schemeClr val="lt1"/>
        </a:solidFill>
      </p:bgPr>
    </p:bg>
    <p:spTree>
      <p:nvGrpSpPr>
        <p:cNvPr id="179" name="Shape 179"/>
        <p:cNvGrpSpPr/>
        <p:nvPr/>
      </p:nvGrpSpPr>
      <p:grpSpPr>
        <a:xfrm>
          <a:off x="0" y="0"/>
          <a:ext cx="0" cy="0"/>
          <a:chOff x="0" y="0"/>
          <a:chExt cx="0" cy="0"/>
        </a:xfrm>
      </p:grpSpPr>
      <p:sp>
        <p:nvSpPr>
          <p:cNvPr id="180" name="Google Shape;180;p30"/>
          <p:cNvSpPr txBox="1"/>
          <p:nvPr>
            <p:ph type="title"/>
          </p:nvPr>
        </p:nvSpPr>
        <p:spPr>
          <a:xfrm>
            <a:off x="301752" y="2535141"/>
            <a:ext cx="3516600" cy="17349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accent1"/>
              </a:buClr>
              <a:buSzPts val="4100"/>
              <a:buFont typeface="Open Sans"/>
              <a:buNone/>
              <a:defRPr sz="4100">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81" name="Google Shape;181;p30"/>
          <p:cNvPicPr preferRelativeResize="0"/>
          <p:nvPr>
            <p:ph idx="2" type="pic"/>
          </p:nvPr>
        </p:nvPicPr>
        <p:blipFill/>
        <p:spPr>
          <a:xfrm>
            <a:off x="0" y="0"/>
            <a:ext cx="9144000" cy="2280900"/>
          </a:xfrm>
          <a:prstGeom prst="rect">
            <a:avLst/>
          </a:prstGeom>
          <a:blipFill rotWithShape="1">
            <a:blip r:embed="rId2">
              <a:alphaModFix amt="70000"/>
            </a:blip>
            <a:stretch>
              <a:fillRect b="0" l="0" r="0" t="0"/>
            </a:stretch>
          </a:blipFill>
          <a:ln>
            <a:noFill/>
          </a:ln>
          <a:effectLst>
            <a:outerShdw blurRad="203200" rotWithShape="0" algn="r" dir="7800000" dist="12700">
              <a:srgbClr val="000000">
                <a:alpha val="10200"/>
              </a:srgbClr>
            </a:outerShdw>
          </a:effectLst>
        </p:spPr>
      </p:pic>
      <p:sp>
        <p:nvSpPr>
          <p:cNvPr id="182" name="Google Shape;182;p30"/>
          <p:cNvSpPr txBox="1"/>
          <p:nvPr>
            <p:ph idx="1" type="body"/>
          </p:nvPr>
        </p:nvSpPr>
        <p:spPr>
          <a:xfrm>
            <a:off x="4229100" y="2522393"/>
            <a:ext cx="4522200" cy="2069400"/>
          </a:xfrm>
          <a:prstGeom prst="rect">
            <a:avLst/>
          </a:prstGeom>
          <a:noFill/>
          <a:ln>
            <a:noFill/>
          </a:ln>
        </p:spPr>
        <p:txBody>
          <a:bodyPr anchorCtr="0" anchor="t" bIns="34275" lIns="68575" spcFirstLastPara="1" rIns="68575" wrap="square" tIns="34275">
            <a:normAutofit/>
          </a:bodyPr>
          <a:lstStyle>
            <a:lvl1pPr indent="-323850" lvl="0" marL="457200" algn="l">
              <a:lnSpc>
                <a:spcPct val="120000"/>
              </a:lnSpc>
              <a:spcBef>
                <a:spcPts val="800"/>
              </a:spcBef>
              <a:spcAft>
                <a:spcPts val="0"/>
              </a:spcAft>
              <a:buClr>
                <a:schemeClr val="dk1"/>
              </a:buClr>
              <a:buSzPts val="1500"/>
              <a:buFont typeface="Open Sans"/>
              <a:buAutoNum type="arabicPeriod"/>
              <a:defRPr sz="1500"/>
            </a:lvl1pPr>
            <a:lvl2pPr indent="-317500" lvl="1" marL="914400" algn="l">
              <a:lnSpc>
                <a:spcPct val="120000"/>
              </a:lnSpc>
              <a:spcBef>
                <a:spcPts val="400"/>
              </a:spcBef>
              <a:spcAft>
                <a:spcPts val="0"/>
              </a:spcAft>
              <a:buClr>
                <a:schemeClr val="dk1"/>
              </a:buClr>
              <a:buSzPts val="1400"/>
              <a:buFont typeface="Open Sans"/>
              <a:buAutoNum type="arabicPeriod"/>
              <a:defRPr sz="1400"/>
            </a:lvl2pPr>
            <a:lvl3pPr indent="-304800" lvl="2" marL="1371600" algn="l">
              <a:lnSpc>
                <a:spcPct val="120000"/>
              </a:lnSpc>
              <a:spcBef>
                <a:spcPts val="400"/>
              </a:spcBef>
              <a:spcAft>
                <a:spcPts val="0"/>
              </a:spcAft>
              <a:buClr>
                <a:schemeClr val="dk1"/>
              </a:buClr>
              <a:buSzPts val="1200"/>
              <a:buFont typeface="Open Sans"/>
              <a:buAutoNum type="arabicPeriod"/>
              <a:defRPr sz="1200"/>
            </a:lvl3pPr>
            <a:lvl4pPr indent="-304800" lvl="3" marL="1828800" algn="l">
              <a:lnSpc>
                <a:spcPct val="120000"/>
              </a:lnSpc>
              <a:spcBef>
                <a:spcPts val="400"/>
              </a:spcBef>
              <a:spcAft>
                <a:spcPts val="0"/>
              </a:spcAft>
              <a:buClr>
                <a:schemeClr val="dk1"/>
              </a:buClr>
              <a:buSzPts val="1200"/>
              <a:buFont typeface="Open Sans"/>
              <a:buAutoNum type="arabicPeriod"/>
              <a:defRPr sz="1200"/>
            </a:lvl4pPr>
            <a:lvl5pPr indent="-304800" lvl="4" marL="2286000" algn="l">
              <a:lnSpc>
                <a:spcPct val="120000"/>
              </a:lnSpc>
              <a:spcBef>
                <a:spcPts val="400"/>
              </a:spcBef>
              <a:spcAft>
                <a:spcPts val="0"/>
              </a:spcAft>
              <a:buClr>
                <a:schemeClr val="dk1"/>
              </a:buClr>
              <a:buSzPts val="1200"/>
              <a:buFont typeface="Open Sans"/>
              <a:buAutoNum type="arabicPeriod"/>
              <a:defRPr sz="12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3" name="Google Shape;183;p30"/>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4" name="Google Shape;184;p30"/>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5" name="Google Shape;185;p30"/>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186" name="Google Shape;186;p30"/>
          <p:cNvCxnSpPr/>
          <p:nvPr/>
        </p:nvCxnSpPr>
        <p:spPr>
          <a:xfrm>
            <a:off x="400050" y="4743450"/>
            <a:ext cx="8343900" cy="0"/>
          </a:xfrm>
          <a:prstGeom prst="straightConnector1">
            <a:avLst/>
          </a:prstGeom>
          <a:noFill/>
          <a:ln cap="flat" cmpd="sng" w="9525">
            <a:solidFill>
              <a:srgbClr val="C2C2C2"/>
            </a:solidFill>
            <a:prstDash val="solid"/>
            <a:miter lim="800000"/>
            <a:headEnd len="sm" w="sm" type="none"/>
            <a:tailEnd len="sm" w="sm"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showMasterSp="0">
  <p:cSld name="Content 2">
    <p:bg>
      <p:bgPr>
        <a:solidFill>
          <a:schemeClr val="lt1"/>
        </a:solidFill>
      </p:bgPr>
    </p:bg>
    <p:spTree>
      <p:nvGrpSpPr>
        <p:cNvPr id="187" name="Shape 187"/>
        <p:cNvGrpSpPr/>
        <p:nvPr/>
      </p:nvGrpSpPr>
      <p:grpSpPr>
        <a:xfrm>
          <a:off x="0" y="0"/>
          <a:ext cx="0" cy="0"/>
          <a:chOff x="0" y="0"/>
          <a:chExt cx="0" cy="0"/>
        </a:xfrm>
      </p:grpSpPr>
      <p:cxnSp>
        <p:nvCxnSpPr>
          <p:cNvPr id="188" name="Google Shape;188;p31"/>
          <p:cNvCxnSpPr/>
          <p:nvPr/>
        </p:nvCxnSpPr>
        <p:spPr>
          <a:xfrm>
            <a:off x="2813458" y="2093540"/>
            <a:ext cx="3517200" cy="0"/>
          </a:xfrm>
          <a:prstGeom prst="straightConnector1">
            <a:avLst/>
          </a:prstGeom>
          <a:noFill/>
          <a:ln cap="flat" cmpd="sng" w="9525">
            <a:solidFill>
              <a:schemeClr val="dk1">
                <a:alpha val="25099"/>
              </a:schemeClr>
            </a:solidFill>
            <a:prstDash val="solid"/>
            <a:miter lim="800000"/>
            <a:headEnd len="sm" w="sm" type="none"/>
            <a:tailEnd len="sm" w="sm" type="none"/>
          </a:ln>
        </p:spPr>
      </p:cxnSp>
      <p:sp>
        <p:nvSpPr>
          <p:cNvPr id="189" name="Google Shape;189;p31"/>
          <p:cNvSpPr txBox="1"/>
          <p:nvPr>
            <p:ph type="title"/>
          </p:nvPr>
        </p:nvSpPr>
        <p:spPr>
          <a:xfrm>
            <a:off x="2663146" y="1072342"/>
            <a:ext cx="3817800" cy="8976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2400"/>
              <a:buFont typeface="Open Sans"/>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0" name="Google Shape;190;p31"/>
          <p:cNvSpPr txBox="1"/>
          <p:nvPr>
            <p:ph idx="1" type="body"/>
          </p:nvPr>
        </p:nvSpPr>
        <p:spPr>
          <a:xfrm>
            <a:off x="2757660" y="2249722"/>
            <a:ext cx="3628800" cy="1647000"/>
          </a:xfrm>
          <a:prstGeom prst="rect">
            <a:avLst/>
          </a:prstGeom>
          <a:noFill/>
          <a:ln>
            <a:noFill/>
          </a:ln>
        </p:spPr>
        <p:txBody>
          <a:bodyPr anchorCtr="0" anchor="t" bIns="34275" lIns="68575" spcFirstLastPara="1" rIns="68575" wrap="square" tIns="34275">
            <a:normAutofit/>
          </a:bodyPr>
          <a:lstStyle>
            <a:lvl1pPr indent="-228600" lvl="0" marL="457200" algn="ctr">
              <a:lnSpc>
                <a:spcPct val="120000"/>
              </a:lnSpc>
              <a:spcBef>
                <a:spcPts val="800"/>
              </a:spcBef>
              <a:spcAft>
                <a:spcPts val="0"/>
              </a:spcAft>
              <a:buClr>
                <a:schemeClr val="dk1"/>
              </a:buClr>
              <a:buSzPts val="1100"/>
              <a:buNone/>
              <a:defRPr/>
            </a:lvl1pPr>
            <a:lvl2pPr indent="-228600" lvl="1" marL="914400" algn="ctr">
              <a:lnSpc>
                <a:spcPct val="120000"/>
              </a:lnSpc>
              <a:spcBef>
                <a:spcPts val="400"/>
              </a:spcBef>
              <a:spcAft>
                <a:spcPts val="0"/>
              </a:spcAft>
              <a:buClr>
                <a:schemeClr val="dk1"/>
              </a:buClr>
              <a:buSzPts val="1100"/>
              <a:buNone/>
              <a:defRPr/>
            </a:lvl2pPr>
            <a:lvl3pPr indent="-228600" lvl="2" marL="1371600" algn="ctr">
              <a:lnSpc>
                <a:spcPct val="120000"/>
              </a:lnSpc>
              <a:spcBef>
                <a:spcPts val="400"/>
              </a:spcBef>
              <a:spcAft>
                <a:spcPts val="0"/>
              </a:spcAft>
              <a:buClr>
                <a:schemeClr val="dk1"/>
              </a:buClr>
              <a:buSzPts val="1100"/>
              <a:buNone/>
              <a:defRPr/>
            </a:lvl3pPr>
            <a:lvl4pPr indent="-228600" lvl="3" marL="1828800" algn="ctr">
              <a:lnSpc>
                <a:spcPct val="120000"/>
              </a:lnSpc>
              <a:spcBef>
                <a:spcPts val="400"/>
              </a:spcBef>
              <a:spcAft>
                <a:spcPts val="0"/>
              </a:spcAft>
              <a:buClr>
                <a:schemeClr val="dk1"/>
              </a:buClr>
              <a:buSzPts val="1100"/>
              <a:buNone/>
              <a:defRPr/>
            </a:lvl4pPr>
            <a:lvl5pPr indent="-228600" lvl="4" marL="2286000" algn="ctr">
              <a:lnSpc>
                <a:spcPct val="12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1" name="Google Shape;191;p31"/>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2" name="Google Shape;192;p31"/>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3" name="Google Shape;193;p31"/>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3" showMasterSp="0">
  <p:cSld name="Content 3">
    <p:bg>
      <p:bgPr>
        <a:solidFill>
          <a:schemeClr val="lt1"/>
        </a:solidFill>
      </p:bgPr>
    </p:bg>
    <p:spTree>
      <p:nvGrpSpPr>
        <p:cNvPr id="194" name="Shape 194"/>
        <p:cNvGrpSpPr/>
        <p:nvPr/>
      </p:nvGrpSpPr>
      <p:grpSpPr>
        <a:xfrm>
          <a:off x="0" y="0"/>
          <a:ext cx="0" cy="0"/>
          <a:chOff x="0" y="0"/>
          <a:chExt cx="0" cy="0"/>
        </a:xfrm>
      </p:grpSpPr>
      <p:sp>
        <p:nvSpPr>
          <p:cNvPr id="195" name="Google Shape;195;p32"/>
          <p:cNvSpPr txBox="1"/>
          <p:nvPr>
            <p:ph type="title"/>
          </p:nvPr>
        </p:nvSpPr>
        <p:spPr>
          <a:xfrm>
            <a:off x="977317" y="1255014"/>
            <a:ext cx="2520300" cy="17433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6" name="Google Shape;196;p32"/>
          <p:cNvSpPr txBox="1"/>
          <p:nvPr>
            <p:ph idx="1" type="body"/>
          </p:nvPr>
        </p:nvSpPr>
        <p:spPr>
          <a:xfrm>
            <a:off x="3827835" y="1255014"/>
            <a:ext cx="4338900" cy="21891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7" name="Google Shape;197;p32"/>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8" name="Google Shape;198;p32"/>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9" name="Google Shape;199;p32"/>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200" name="Google Shape;200;p32"/>
          <p:cNvCxnSpPr/>
          <p:nvPr/>
        </p:nvCxnSpPr>
        <p:spPr>
          <a:xfrm>
            <a:off x="397764" y="4759490"/>
            <a:ext cx="83694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4" showMasterSp="0">
  <p:cSld name="Content 4">
    <p:bg>
      <p:bgPr>
        <a:solidFill>
          <a:schemeClr val="lt1"/>
        </a:solidFill>
      </p:bgPr>
    </p:bg>
    <p:spTree>
      <p:nvGrpSpPr>
        <p:cNvPr id="201" name="Shape 201"/>
        <p:cNvGrpSpPr/>
        <p:nvPr/>
      </p:nvGrpSpPr>
      <p:grpSpPr>
        <a:xfrm>
          <a:off x="0" y="0"/>
          <a:ext cx="0" cy="0"/>
          <a:chOff x="0" y="0"/>
          <a:chExt cx="0" cy="0"/>
        </a:xfrm>
      </p:grpSpPr>
      <p:sp>
        <p:nvSpPr>
          <p:cNvPr id="202" name="Google Shape;202;p33"/>
          <p:cNvSpPr txBox="1"/>
          <p:nvPr>
            <p:ph type="title"/>
          </p:nvPr>
        </p:nvSpPr>
        <p:spPr>
          <a:xfrm>
            <a:off x="314670" y="1049800"/>
            <a:ext cx="3102300" cy="21891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3" name="Google Shape;203;p33"/>
          <p:cNvSpPr txBox="1"/>
          <p:nvPr>
            <p:ph idx="1" type="body"/>
          </p:nvPr>
        </p:nvSpPr>
        <p:spPr>
          <a:xfrm>
            <a:off x="3827835" y="1048814"/>
            <a:ext cx="4687500" cy="30861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4" name="Google Shape;204;p33"/>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5" name="Google Shape;205;p33"/>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6" name="Google Shape;206;p33"/>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207" name="Google Shape;207;p33"/>
          <p:cNvCxnSpPr/>
          <p:nvPr/>
        </p:nvCxnSpPr>
        <p:spPr>
          <a:xfrm>
            <a:off x="397764" y="4742180"/>
            <a:ext cx="83694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5" showMasterSp="0">
  <p:cSld name="Content 5">
    <p:bg>
      <p:bgPr>
        <a:solidFill>
          <a:schemeClr val="lt1"/>
        </a:solidFill>
      </p:bgPr>
    </p:bg>
    <p:spTree>
      <p:nvGrpSpPr>
        <p:cNvPr id="208" name="Shape 208"/>
        <p:cNvGrpSpPr/>
        <p:nvPr/>
      </p:nvGrpSpPr>
      <p:grpSpPr>
        <a:xfrm>
          <a:off x="0" y="0"/>
          <a:ext cx="0" cy="0"/>
          <a:chOff x="0" y="0"/>
          <a:chExt cx="0" cy="0"/>
        </a:xfrm>
      </p:grpSpPr>
      <p:sp>
        <p:nvSpPr>
          <p:cNvPr id="209" name="Google Shape;209;p34"/>
          <p:cNvSpPr txBox="1"/>
          <p:nvPr>
            <p:ph type="title"/>
          </p:nvPr>
        </p:nvSpPr>
        <p:spPr>
          <a:xfrm>
            <a:off x="316800" y="521208"/>
            <a:ext cx="2500500" cy="20505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0" name="Google Shape;210;p34"/>
          <p:cNvSpPr txBox="1"/>
          <p:nvPr>
            <p:ph idx="1" type="body"/>
          </p:nvPr>
        </p:nvSpPr>
        <p:spPr>
          <a:xfrm>
            <a:off x="3171825" y="521207"/>
            <a:ext cx="5579700" cy="41148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1" name="Google Shape;211;p34"/>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2" name="Google Shape;212;p34"/>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3" name="Google Shape;213;p34"/>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214" name="Google Shape;214;p34"/>
          <p:cNvCxnSpPr/>
          <p:nvPr/>
        </p:nvCxnSpPr>
        <p:spPr>
          <a:xfrm>
            <a:off x="397764" y="4745025"/>
            <a:ext cx="83694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7" showMasterSp="0">
  <p:cSld name="Content 7">
    <p:bg>
      <p:bgPr>
        <a:solidFill>
          <a:schemeClr val="lt1"/>
        </a:solidFill>
      </p:bgPr>
    </p:bg>
    <p:spTree>
      <p:nvGrpSpPr>
        <p:cNvPr id="215" name="Shape 215"/>
        <p:cNvGrpSpPr/>
        <p:nvPr/>
      </p:nvGrpSpPr>
      <p:grpSpPr>
        <a:xfrm>
          <a:off x="0" y="0"/>
          <a:ext cx="0" cy="0"/>
          <a:chOff x="0" y="0"/>
          <a:chExt cx="0" cy="0"/>
        </a:xfrm>
      </p:grpSpPr>
      <p:sp>
        <p:nvSpPr>
          <p:cNvPr id="216" name="Google Shape;216;p35"/>
          <p:cNvSpPr txBox="1"/>
          <p:nvPr>
            <p:ph type="title"/>
          </p:nvPr>
        </p:nvSpPr>
        <p:spPr>
          <a:xfrm>
            <a:off x="314670" y="325182"/>
            <a:ext cx="2447700" cy="21162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2700"/>
              <a:buFont typeface="Open Sans"/>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7" name="Google Shape;217;p35"/>
          <p:cNvSpPr txBox="1"/>
          <p:nvPr>
            <p:ph idx="1" type="body"/>
          </p:nvPr>
        </p:nvSpPr>
        <p:spPr>
          <a:xfrm>
            <a:off x="3232460" y="521208"/>
            <a:ext cx="5519100" cy="4114800"/>
          </a:xfrm>
          <a:prstGeom prst="rect">
            <a:avLst/>
          </a:prstGeom>
          <a:noFill/>
          <a:ln>
            <a:noFill/>
          </a:ln>
        </p:spPr>
        <p:txBody>
          <a:bodyPr anchorCtr="0" anchor="t" bIns="34275" lIns="68575" spcFirstLastPara="1" rIns="68575" wrap="square" tIns="34275">
            <a:normAutofit/>
          </a:bodyPr>
          <a:lstStyle>
            <a:lvl1pPr indent="-298450" lvl="0" marL="457200" algn="l">
              <a:lnSpc>
                <a:spcPct val="120000"/>
              </a:lnSpc>
              <a:spcBef>
                <a:spcPts val="800"/>
              </a:spcBef>
              <a:spcAft>
                <a:spcPts val="0"/>
              </a:spcAft>
              <a:buClr>
                <a:schemeClr val="dk1"/>
              </a:buClr>
              <a:buSzPts val="1100"/>
              <a:buChar char="•"/>
              <a:defRPr/>
            </a:lvl1pPr>
            <a:lvl2pPr indent="-298450" lvl="1" marL="914400" algn="l">
              <a:lnSpc>
                <a:spcPct val="120000"/>
              </a:lnSpc>
              <a:spcBef>
                <a:spcPts val="400"/>
              </a:spcBef>
              <a:spcAft>
                <a:spcPts val="0"/>
              </a:spcAft>
              <a:buClr>
                <a:schemeClr val="dk1"/>
              </a:buClr>
              <a:buSzPts val="1100"/>
              <a:buChar char="•"/>
              <a:defRPr/>
            </a:lvl2pPr>
            <a:lvl3pPr indent="-298450" lvl="2" marL="1371600" algn="l">
              <a:lnSpc>
                <a:spcPct val="120000"/>
              </a:lnSpc>
              <a:spcBef>
                <a:spcPts val="400"/>
              </a:spcBef>
              <a:spcAft>
                <a:spcPts val="0"/>
              </a:spcAft>
              <a:buClr>
                <a:schemeClr val="dk1"/>
              </a:buClr>
              <a:buSzPts val="1100"/>
              <a:buChar char="•"/>
              <a:defRPr/>
            </a:lvl3pPr>
            <a:lvl4pPr indent="-298450" lvl="3" marL="1828800" algn="l">
              <a:lnSpc>
                <a:spcPct val="120000"/>
              </a:lnSpc>
              <a:spcBef>
                <a:spcPts val="400"/>
              </a:spcBef>
              <a:spcAft>
                <a:spcPts val="0"/>
              </a:spcAft>
              <a:buClr>
                <a:schemeClr val="dk1"/>
              </a:buClr>
              <a:buSzPts val="1100"/>
              <a:buChar char="•"/>
              <a:defRPr/>
            </a:lvl4pPr>
            <a:lvl5pPr indent="-298450" lvl="4" marL="2286000" algn="l">
              <a:lnSpc>
                <a:spcPct val="120000"/>
              </a:lnSpc>
              <a:spcBef>
                <a:spcPts val="400"/>
              </a:spcBef>
              <a:spcAft>
                <a:spcPts val="0"/>
              </a:spcAft>
              <a:buClr>
                <a:schemeClr val="dk1"/>
              </a:buClr>
              <a:buSzPts val="11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8" name="Google Shape;218;p35"/>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9" name="Google Shape;219;p35"/>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0" name="Google Shape;220;p35"/>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221" name="Google Shape;221;p35"/>
          <p:cNvCxnSpPr/>
          <p:nvPr/>
        </p:nvCxnSpPr>
        <p:spPr>
          <a:xfrm>
            <a:off x="3260363" y="396367"/>
            <a:ext cx="5495100" cy="0"/>
          </a:xfrm>
          <a:prstGeom prst="straightConnector1">
            <a:avLst/>
          </a:prstGeom>
          <a:noFill/>
          <a:ln cap="flat" cmpd="sng" w="9525">
            <a:solidFill>
              <a:schemeClr val="dk1">
                <a:alpha val="25099"/>
              </a:schemeClr>
            </a:solidFill>
            <a:prstDash val="solid"/>
            <a:miter lim="800000"/>
            <a:headEnd len="sm" w="sm" type="none"/>
            <a:tailEnd len="sm" w="sm" type="none"/>
          </a:ln>
        </p:spPr>
      </p:cxnSp>
      <p:cxnSp>
        <p:nvCxnSpPr>
          <p:cNvPr id="222" name="Google Shape;222;p35"/>
          <p:cNvCxnSpPr/>
          <p:nvPr/>
        </p:nvCxnSpPr>
        <p:spPr>
          <a:xfrm>
            <a:off x="397764" y="4743450"/>
            <a:ext cx="83694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showMasterSp="0">
  <p:cSld name="Content with Picture">
    <p:bg>
      <p:bgPr>
        <a:solidFill>
          <a:schemeClr val="lt1"/>
        </a:solidFill>
      </p:bgPr>
    </p:bg>
    <p:spTree>
      <p:nvGrpSpPr>
        <p:cNvPr id="223" name="Shape 223"/>
        <p:cNvGrpSpPr/>
        <p:nvPr/>
      </p:nvGrpSpPr>
      <p:grpSpPr>
        <a:xfrm>
          <a:off x="0" y="0"/>
          <a:ext cx="0" cy="0"/>
          <a:chOff x="0" y="0"/>
          <a:chExt cx="0" cy="0"/>
        </a:xfrm>
      </p:grpSpPr>
      <p:sp>
        <p:nvSpPr>
          <p:cNvPr id="224" name="Google Shape;224;p36"/>
          <p:cNvSpPr txBox="1"/>
          <p:nvPr>
            <p:ph type="title"/>
          </p:nvPr>
        </p:nvSpPr>
        <p:spPr>
          <a:xfrm>
            <a:off x="4495400" y="518900"/>
            <a:ext cx="4248600" cy="9096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25" name="Google Shape;225;p36"/>
          <p:cNvPicPr preferRelativeResize="0"/>
          <p:nvPr>
            <p:ph idx="2" type="pic"/>
          </p:nvPr>
        </p:nvPicPr>
        <p:blipFill/>
        <p:spPr>
          <a:xfrm>
            <a:off x="400051" y="400050"/>
            <a:ext cx="3714900" cy="4359000"/>
          </a:xfrm>
          <a:prstGeom prst="rect">
            <a:avLst/>
          </a:prstGeom>
          <a:blipFill rotWithShape="1">
            <a:blip r:embed="rId2">
              <a:alphaModFix amt="70000"/>
            </a:blip>
            <a:stretch>
              <a:fillRect b="0" l="0" r="0" t="0"/>
            </a:stretch>
          </a:blipFill>
          <a:ln>
            <a:noFill/>
          </a:ln>
          <a:effectLst>
            <a:outerShdw blurRad="203200" rotWithShape="0" algn="r" dir="7800000" dist="12700">
              <a:srgbClr val="000000">
                <a:alpha val="10200"/>
              </a:srgbClr>
            </a:outerShdw>
          </a:effectLst>
        </p:spPr>
      </p:pic>
      <p:sp>
        <p:nvSpPr>
          <p:cNvPr id="226" name="Google Shape;226;p36"/>
          <p:cNvSpPr txBox="1"/>
          <p:nvPr>
            <p:ph idx="1" type="body"/>
          </p:nvPr>
        </p:nvSpPr>
        <p:spPr>
          <a:xfrm>
            <a:off x="4495399" y="1505739"/>
            <a:ext cx="4248600" cy="32364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7" name="Google Shape;227;p36"/>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8" name="Google Shape;228;p36"/>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9" name="Google Shape;229;p36"/>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230" name="Google Shape;230;p36"/>
          <p:cNvCxnSpPr/>
          <p:nvPr/>
        </p:nvCxnSpPr>
        <p:spPr>
          <a:xfrm>
            <a:off x="4543889" y="397764"/>
            <a:ext cx="42000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2" showMasterSp="0">
  <p:cSld name="Content with Picture 2">
    <p:bg>
      <p:bgPr>
        <a:solidFill>
          <a:schemeClr val="lt1"/>
        </a:solidFill>
      </p:bgPr>
    </p:bg>
    <p:spTree>
      <p:nvGrpSpPr>
        <p:cNvPr id="231" name="Shape 231"/>
        <p:cNvGrpSpPr/>
        <p:nvPr/>
      </p:nvGrpSpPr>
      <p:grpSpPr>
        <a:xfrm>
          <a:off x="0" y="0"/>
          <a:ext cx="0" cy="0"/>
          <a:chOff x="0" y="0"/>
          <a:chExt cx="0" cy="0"/>
        </a:xfrm>
      </p:grpSpPr>
      <p:sp>
        <p:nvSpPr>
          <p:cNvPr id="232" name="Google Shape;232;p37"/>
          <p:cNvSpPr txBox="1"/>
          <p:nvPr>
            <p:ph type="title"/>
          </p:nvPr>
        </p:nvSpPr>
        <p:spPr>
          <a:xfrm>
            <a:off x="314672" y="518901"/>
            <a:ext cx="4194900" cy="8679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33" name="Google Shape;233;p37"/>
          <p:cNvSpPr txBox="1"/>
          <p:nvPr>
            <p:ph idx="1" type="body"/>
          </p:nvPr>
        </p:nvSpPr>
        <p:spPr>
          <a:xfrm>
            <a:off x="326196" y="1508024"/>
            <a:ext cx="4183500" cy="32511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234" name="Google Shape;234;p37"/>
          <p:cNvPicPr preferRelativeResize="0"/>
          <p:nvPr>
            <p:ph idx="2" type="pic"/>
          </p:nvPr>
        </p:nvPicPr>
        <p:blipFill/>
        <p:spPr>
          <a:xfrm>
            <a:off x="4914900" y="400050"/>
            <a:ext cx="3828900" cy="4343400"/>
          </a:xfrm>
          <a:prstGeom prst="rect">
            <a:avLst/>
          </a:prstGeom>
          <a:blipFill rotWithShape="1">
            <a:blip r:embed="rId2">
              <a:alphaModFix amt="70000"/>
            </a:blip>
            <a:stretch>
              <a:fillRect b="0" l="0" r="0" t="0"/>
            </a:stretch>
          </a:blipFill>
          <a:ln>
            <a:noFill/>
          </a:ln>
          <a:effectLst>
            <a:outerShdw blurRad="203200" rotWithShape="0" algn="r" dir="7800000" dist="12700">
              <a:srgbClr val="000000">
                <a:alpha val="10200"/>
              </a:srgbClr>
            </a:outerShdw>
          </a:effectLst>
        </p:spPr>
      </p:pic>
      <p:sp>
        <p:nvSpPr>
          <p:cNvPr id="235" name="Google Shape;235;p37"/>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6" name="Google Shape;236;p37"/>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7" name="Google Shape;237;p37"/>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238" name="Google Shape;238;p37"/>
          <p:cNvCxnSpPr/>
          <p:nvPr/>
        </p:nvCxnSpPr>
        <p:spPr>
          <a:xfrm>
            <a:off x="388521" y="397764"/>
            <a:ext cx="41211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3" showMasterSp="0">
  <p:cSld name="Content with Picture 3">
    <p:bg>
      <p:bgPr>
        <a:solidFill>
          <a:schemeClr val="lt1"/>
        </a:solidFill>
      </p:bgPr>
    </p:bg>
    <p:spTree>
      <p:nvGrpSpPr>
        <p:cNvPr id="239" name="Shape 239"/>
        <p:cNvGrpSpPr/>
        <p:nvPr/>
      </p:nvGrpSpPr>
      <p:grpSpPr>
        <a:xfrm>
          <a:off x="0" y="0"/>
          <a:ext cx="0" cy="0"/>
          <a:chOff x="0" y="0"/>
          <a:chExt cx="0" cy="0"/>
        </a:xfrm>
      </p:grpSpPr>
      <p:sp>
        <p:nvSpPr>
          <p:cNvPr id="240" name="Google Shape;240;p38"/>
          <p:cNvSpPr txBox="1"/>
          <p:nvPr>
            <p:ph type="title"/>
          </p:nvPr>
        </p:nvSpPr>
        <p:spPr>
          <a:xfrm>
            <a:off x="3733478" y="518899"/>
            <a:ext cx="5010600" cy="9129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41" name="Google Shape;241;p38"/>
          <p:cNvPicPr preferRelativeResize="0"/>
          <p:nvPr>
            <p:ph idx="2" type="pic"/>
          </p:nvPr>
        </p:nvPicPr>
        <p:blipFill/>
        <p:spPr>
          <a:xfrm>
            <a:off x="400050" y="400050"/>
            <a:ext cx="2914800" cy="4359000"/>
          </a:xfrm>
          <a:prstGeom prst="rect">
            <a:avLst/>
          </a:prstGeom>
          <a:blipFill rotWithShape="1">
            <a:blip r:embed="rId2">
              <a:alphaModFix amt="70000"/>
            </a:blip>
            <a:stretch>
              <a:fillRect b="0" l="0" r="0" t="0"/>
            </a:stretch>
          </a:blipFill>
          <a:ln>
            <a:noFill/>
          </a:ln>
          <a:effectLst>
            <a:outerShdw blurRad="203200" rotWithShape="0" algn="r" dir="7800000" dist="12700">
              <a:srgbClr val="000000">
                <a:alpha val="10200"/>
              </a:srgbClr>
            </a:outerShdw>
          </a:effectLst>
        </p:spPr>
      </p:pic>
      <p:sp>
        <p:nvSpPr>
          <p:cNvPr id="242" name="Google Shape;242;p38"/>
          <p:cNvSpPr txBox="1"/>
          <p:nvPr>
            <p:ph idx="1" type="body"/>
          </p:nvPr>
        </p:nvSpPr>
        <p:spPr>
          <a:xfrm>
            <a:off x="3733478" y="1508024"/>
            <a:ext cx="5010600" cy="32355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3" name="Google Shape;243;p38"/>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4" name="Google Shape;244;p38"/>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45" name="Google Shape;245;p38"/>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246" name="Google Shape;246;p38"/>
          <p:cNvCxnSpPr/>
          <p:nvPr/>
        </p:nvCxnSpPr>
        <p:spPr>
          <a:xfrm>
            <a:off x="3738072" y="400050"/>
            <a:ext cx="50106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4" showMasterSp="0">
  <p:cSld name="Content with Picture 4">
    <p:bg>
      <p:bgPr>
        <a:solidFill>
          <a:schemeClr val="lt1"/>
        </a:solidFill>
      </p:bgPr>
    </p:bg>
    <p:spTree>
      <p:nvGrpSpPr>
        <p:cNvPr id="247" name="Shape 247"/>
        <p:cNvGrpSpPr/>
        <p:nvPr/>
      </p:nvGrpSpPr>
      <p:grpSpPr>
        <a:xfrm>
          <a:off x="0" y="0"/>
          <a:ext cx="0" cy="0"/>
          <a:chOff x="0" y="0"/>
          <a:chExt cx="0" cy="0"/>
        </a:xfrm>
      </p:grpSpPr>
      <p:sp>
        <p:nvSpPr>
          <p:cNvPr id="248" name="Google Shape;248;p39"/>
          <p:cNvSpPr txBox="1"/>
          <p:nvPr>
            <p:ph type="title"/>
          </p:nvPr>
        </p:nvSpPr>
        <p:spPr>
          <a:xfrm>
            <a:off x="314669" y="518900"/>
            <a:ext cx="4998300" cy="9129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9" name="Google Shape;249;p39"/>
          <p:cNvSpPr txBox="1"/>
          <p:nvPr>
            <p:ph idx="1" type="body"/>
          </p:nvPr>
        </p:nvSpPr>
        <p:spPr>
          <a:xfrm>
            <a:off x="316663" y="1508024"/>
            <a:ext cx="4996500" cy="32481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250" name="Google Shape;250;p39"/>
          <p:cNvPicPr preferRelativeResize="0"/>
          <p:nvPr>
            <p:ph idx="2" type="pic"/>
          </p:nvPr>
        </p:nvPicPr>
        <p:blipFill/>
        <p:spPr>
          <a:xfrm>
            <a:off x="5715000" y="400050"/>
            <a:ext cx="3029100" cy="4343400"/>
          </a:xfrm>
          <a:prstGeom prst="rect">
            <a:avLst/>
          </a:prstGeom>
          <a:blipFill rotWithShape="1">
            <a:blip r:embed="rId2">
              <a:alphaModFix amt="70000"/>
            </a:blip>
            <a:stretch>
              <a:fillRect b="0" l="0" r="0" t="0"/>
            </a:stretch>
          </a:blipFill>
          <a:ln>
            <a:noFill/>
          </a:ln>
          <a:effectLst>
            <a:outerShdw blurRad="203200" rotWithShape="0" algn="r" dir="7800000" dist="12700">
              <a:srgbClr val="000000">
                <a:alpha val="10200"/>
              </a:srgbClr>
            </a:outerShdw>
          </a:effectLst>
        </p:spPr>
      </p:pic>
      <p:sp>
        <p:nvSpPr>
          <p:cNvPr id="251" name="Google Shape;251;p39"/>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52" name="Google Shape;252;p39"/>
          <p:cNvSpPr txBox="1"/>
          <p:nvPr>
            <p:ph idx="10" type="dt"/>
          </p:nvPr>
        </p:nvSpPr>
        <p:spPr>
          <a:xfrm>
            <a:off x="5715000" y="4819568"/>
            <a:ext cx="26655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53" name="Google Shape;253;p39"/>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254" name="Google Shape;254;p39"/>
          <p:cNvCxnSpPr/>
          <p:nvPr/>
        </p:nvCxnSpPr>
        <p:spPr>
          <a:xfrm>
            <a:off x="387314" y="397764"/>
            <a:ext cx="49257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5" showMasterSp="0">
  <p:cSld name="Content with Picture 5">
    <p:bg>
      <p:bgPr>
        <a:solidFill>
          <a:schemeClr val="lt1"/>
        </a:solidFill>
      </p:bgPr>
    </p:bg>
    <p:spTree>
      <p:nvGrpSpPr>
        <p:cNvPr id="255" name="Shape 255"/>
        <p:cNvGrpSpPr/>
        <p:nvPr/>
      </p:nvGrpSpPr>
      <p:grpSpPr>
        <a:xfrm>
          <a:off x="0" y="0"/>
          <a:ext cx="0" cy="0"/>
          <a:chOff x="0" y="0"/>
          <a:chExt cx="0" cy="0"/>
        </a:xfrm>
      </p:grpSpPr>
      <p:sp>
        <p:nvSpPr>
          <p:cNvPr id="256" name="Google Shape;256;p40"/>
          <p:cNvSpPr txBox="1"/>
          <p:nvPr>
            <p:ph type="title"/>
          </p:nvPr>
        </p:nvSpPr>
        <p:spPr>
          <a:xfrm>
            <a:off x="5255623" y="518901"/>
            <a:ext cx="3495300" cy="10794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57" name="Google Shape;257;p40"/>
          <p:cNvPicPr preferRelativeResize="0"/>
          <p:nvPr>
            <p:ph idx="2" type="pic"/>
          </p:nvPr>
        </p:nvPicPr>
        <p:blipFill/>
        <p:spPr>
          <a:xfrm>
            <a:off x="400050" y="400049"/>
            <a:ext cx="4521900" cy="4343400"/>
          </a:xfrm>
          <a:prstGeom prst="rect">
            <a:avLst/>
          </a:prstGeom>
          <a:blipFill rotWithShape="1">
            <a:blip r:embed="rId2">
              <a:alphaModFix amt="70000"/>
            </a:blip>
            <a:stretch>
              <a:fillRect b="0" l="0" r="0" t="0"/>
            </a:stretch>
          </a:blipFill>
          <a:ln>
            <a:noFill/>
          </a:ln>
          <a:effectLst>
            <a:outerShdw blurRad="203200" rotWithShape="0" algn="r" dir="7800000" dist="12700">
              <a:srgbClr val="000000">
                <a:alpha val="10200"/>
              </a:srgbClr>
            </a:outerShdw>
          </a:effectLst>
        </p:spPr>
      </p:pic>
      <p:sp>
        <p:nvSpPr>
          <p:cNvPr id="258" name="Google Shape;258;p40"/>
          <p:cNvSpPr txBox="1"/>
          <p:nvPr>
            <p:ph idx="1" type="body"/>
          </p:nvPr>
        </p:nvSpPr>
        <p:spPr>
          <a:xfrm>
            <a:off x="5255623" y="1658388"/>
            <a:ext cx="3495300" cy="30852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9" name="Google Shape;259;p40"/>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0" name="Google Shape;260;p40"/>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1" name="Google Shape;261;p40"/>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262" name="Google Shape;262;p40"/>
          <p:cNvCxnSpPr/>
          <p:nvPr/>
        </p:nvCxnSpPr>
        <p:spPr>
          <a:xfrm>
            <a:off x="5321808" y="398191"/>
            <a:ext cx="34221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6" showMasterSp="0">
  <p:cSld name="Content with Picture 6">
    <p:bg>
      <p:bgPr>
        <a:solidFill>
          <a:schemeClr val="lt1"/>
        </a:solidFill>
      </p:bgPr>
    </p:bg>
    <p:spTree>
      <p:nvGrpSpPr>
        <p:cNvPr id="263" name="Shape 263"/>
        <p:cNvGrpSpPr/>
        <p:nvPr/>
      </p:nvGrpSpPr>
      <p:grpSpPr>
        <a:xfrm>
          <a:off x="0" y="0"/>
          <a:ext cx="0" cy="0"/>
          <a:chOff x="0" y="0"/>
          <a:chExt cx="0" cy="0"/>
        </a:xfrm>
      </p:grpSpPr>
      <p:sp>
        <p:nvSpPr>
          <p:cNvPr id="264" name="Google Shape;264;p41"/>
          <p:cNvSpPr txBox="1"/>
          <p:nvPr>
            <p:ph type="title"/>
          </p:nvPr>
        </p:nvSpPr>
        <p:spPr>
          <a:xfrm>
            <a:off x="314532" y="518901"/>
            <a:ext cx="3433200" cy="10794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65" name="Google Shape;265;p41"/>
          <p:cNvSpPr txBox="1"/>
          <p:nvPr>
            <p:ph idx="1" type="body"/>
          </p:nvPr>
        </p:nvSpPr>
        <p:spPr>
          <a:xfrm>
            <a:off x="314532" y="1658389"/>
            <a:ext cx="3433200" cy="29661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266" name="Google Shape;266;p41"/>
          <p:cNvPicPr preferRelativeResize="0"/>
          <p:nvPr>
            <p:ph idx="2" type="pic"/>
          </p:nvPr>
        </p:nvPicPr>
        <p:blipFill/>
        <p:spPr>
          <a:xfrm>
            <a:off x="4114800" y="400049"/>
            <a:ext cx="4629300" cy="4343400"/>
          </a:xfrm>
          <a:prstGeom prst="rect">
            <a:avLst/>
          </a:prstGeom>
          <a:blipFill rotWithShape="1">
            <a:blip r:embed="rId2">
              <a:alphaModFix amt="70000"/>
            </a:blip>
            <a:stretch>
              <a:fillRect b="0" l="0" r="0" t="0"/>
            </a:stretch>
          </a:blipFill>
          <a:ln>
            <a:noFill/>
          </a:ln>
          <a:effectLst>
            <a:outerShdw blurRad="203200" rotWithShape="0" algn="r" dir="7800000" dist="12700">
              <a:srgbClr val="000000">
                <a:alpha val="10200"/>
              </a:srgbClr>
            </a:outerShdw>
          </a:effectLst>
        </p:spPr>
      </p:pic>
      <p:sp>
        <p:nvSpPr>
          <p:cNvPr id="267" name="Google Shape;267;p41"/>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8" name="Google Shape;268;p41"/>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9" name="Google Shape;269;p41"/>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270" name="Google Shape;270;p41"/>
          <p:cNvCxnSpPr/>
          <p:nvPr/>
        </p:nvCxnSpPr>
        <p:spPr>
          <a:xfrm>
            <a:off x="387314" y="397764"/>
            <a:ext cx="33273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7" showMasterSp="0">
  <p:cSld name="Content with Picture 7">
    <p:bg>
      <p:bgPr>
        <a:solidFill>
          <a:schemeClr val="lt1"/>
        </a:solidFill>
      </p:bgPr>
    </p:bg>
    <p:spTree>
      <p:nvGrpSpPr>
        <p:cNvPr id="271" name="Shape 271"/>
        <p:cNvGrpSpPr/>
        <p:nvPr/>
      </p:nvGrpSpPr>
      <p:grpSpPr>
        <a:xfrm>
          <a:off x="0" y="0"/>
          <a:ext cx="0" cy="0"/>
          <a:chOff x="0" y="0"/>
          <a:chExt cx="0" cy="0"/>
        </a:xfrm>
      </p:grpSpPr>
      <p:sp>
        <p:nvSpPr>
          <p:cNvPr id="272" name="Google Shape;272;p42"/>
          <p:cNvSpPr txBox="1"/>
          <p:nvPr>
            <p:ph type="title"/>
          </p:nvPr>
        </p:nvSpPr>
        <p:spPr>
          <a:xfrm>
            <a:off x="6022361" y="384008"/>
            <a:ext cx="2721600" cy="9450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73" name="Google Shape;273;p42"/>
          <p:cNvPicPr preferRelativeResize="0"/>
          <p:nvPr>
            <p:ph idx="2" type="pic"/>
          </p:nvPr>
        </p:nvPicPr>
        <p:blipFill/>
        <p:spPr>
          <a:xfrm>
            <a:off x="400050" y="400049"/>
            <a:ext cx="5315100" cy="4343400"/>
          </a:xfrm>
          <a:prstGeom prst="rect">
            <a:avLst/>
          </a:prstGeom>
          <a:blipFill rotWithShape="1">
            <a:blip r:embed="rId2">
              <a:alphaModFix amt="70000"/>
            </a:blip>
            <a:stretch>
              <a:fillRect b="0" l="0" r="0" t="0"/>
            </a:stretch>
          </a:blipFill>
          <a:ln>
            <a:noFill/>
          </a:ln>
          <a:effectLst>
            <a:outerShdw blurRad="203200" rotWithShape="0" algn="r" dir="7800000" dist="12700">
              <a:srgbClr val="000000">
                <a:alpha val="10200"/>
              </a:srgbClr>
            </a:outerShdw>
          </a:effectLst>
        </p:spPr>
      </p:pic>
      <p:sp>
        <p:nvSpPr>
          <p:cNvPr id="274" name="Google Shape;274;p42"/>
          <p:cNvSpPr txBox="1"/>
          <p:nvPr>
            <p:ph idx="1" type="body"/>
          </p:nvPr>
        </p:nvSpPr>
        <p:spPr>
          <a:xfrm>
            <a:off x="6032299" y="1627958"/>
            <a:ext cx="2721600" cy="31218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100"/>
              <a:buNone/>
              <a:defRPr/>
            </a:lvl1pPr>
            <a:lvl2pPr indent="-228600" lvl="1" marL="914400" algn="l">
              <a:lnSpc>
                <a:spcPct val="120000"/>
              </a:lnSpc>
              <a:spcBef>
                <a:spcPts val="400"/>
              </a:spcBef>
              <a:spcAft>
                <a:spcPts val="0"/>
              </a:spcAft>
              <a:buClr>
                <a:schemeClr val="dk1"/>
              </a:buClr>
              <a:buSzPts val="1100"/>
              <a:buNone/>
              <a:defRPr/>
            </a:lvl2pPr>
            <a:lvl3pPr indent="-228600" lvl="2" marL="1371600" algn="l">
              <a:lnSpc>
                <a:spcPct val="120000"/>
              </a:lnSpc>
              <a:spcBef>
                <a:spcPts val="400"/>
              </a:spcBef>
              <a:spcAft>
                <a:spcPts val="0"/>
              </a:spcAft>
              <a:buClr>
                <a:schemeClr val="dk1"/>
              </a:buClr>
              <a:buSzPts val="1100"/>
              <a:buNone/>
              <a:defRPr/>
            </a:lvl3pPr>
            <a:lvl4pPr indent="-228600" lvl="3" marL="1828800" algn="l">
              <a:lnSpc>
                <a:spcPct val="120000"/>
              </a:lnSpc>
              <a:spcBef>
                <a:spcPts val="400"/>
              </a:spcBef>
              <a:spcAft>
                <a:spcPts val="0"/>
              </a:spcAft>
              <a:buClr>
                <a:schemeClr val="dk1"/>
              </a:buClr>
              <a:buSzPts val="1100"/>
              <a:buNone/>
              <a:defRPr/>
            </a:lvl4pPr>
            <a:lvl5pPr indent="-228600" lvl="4" marL="2286000" algn="l">
              <a:lnSpc>
                <a:spcPct val="12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5" name="Google Shape;275;p42"/>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6" name="Google Shape;276;p42"/>
          <p:cNvSpPr txBox="1"/>
          <p:nvPr>
            <p:ph idx="10" type="dt"/>
          </p:nvPr>
        </p:nvSpPr>
        <p:spPr>
          <a:xfrm>
            <a:off x="6022360" y="4819568"/>
            <a:ext cx="23580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7" name="Google Shape;277;p42"/>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278" name="Google Shape;278;p42"/>
          <p:cNvCxnSpPr/>
          <p:nvPr/>
        </p:nvCxnSpPr>
        <p:spPr>
          <a:xfrm>
            <a:off x="6115050" y="1419440"/>
            <a:ext cx="26289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8" showMasterSp="0">
  <p:cSld name="Content with Picture 8">
    <p:bg>
      <p:bgPr>
        <a:solidFill>
          <a:schemeClr val="lt1"/>
        </a:solidFill>
      </p:bgPr>
    </p:bg>
    <p:spTree>
      <p:nvGrpSpPr>
        <p:cNvPr id="279" name="Shape 279"/>
        <p:cNvGrpSpPr/>
        <p:nvPr/>
      </p:nvGrpSpPr>
      <p:grpSpPr>
        <a:xfrm>
          <a:off x="0" y="0"/>
          <a:ext cx="0" cy="0"/>
          <a:chOff x="0" y="0"/>
          <a:chExt cx="0" cy="0"/>
        </a:xfrm>
      </p:grpSpPr>
      <p:sp>
        <p:nvSpPr>
          <p:cNvPr id="280" name="Google Shape;280;p43"/>
          <p:cNvSpPr txBox="1"/>
          <p:nvPr>
            <p:ph type="title"/>
          </p:nvPr>
        </p:nvSpPr>
        <p:spPr>
          <a:xfrm>
            <a:off x="3636416" y="384008"/>
            <a:ext cx="5094000" cy="9450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81" name="Google Shape;281;p43"/>
          <p:cNvPicPr preferRelativeResize="0"/>
          <p:nvPr>
            <p:ph idx="2" type="pic"/>
          </p:nvPr>
        </p:nvPicPr>
        <p:blipFill/>
        <p:spPr>
          <a:xfrm>
            <a:off x="400050" y="400049"/>
            <a:ext cx="2914800" cy="4343400"/>
          </a:xfrm>
          <a:prstGeom prst="rect">
            <a:avLst/>
          </a:prstGeom>
          <a:blipFill rotWithShape="1">
            <a:blip r:embed="rId2">
              <a:alphaModFix amt="70000"/>
            </a:blip>
            <a:stretch>
              <a:fillRect b="0" l="0" r="0" t="0"/>
            </a:stretch>
          </a:blipFill>
          <a:ln>
            <a:noFill/>
          </a:ln>
          <a:effectLst>
            <a:outerShdw blurRad="203200" rotWithShape="0" algn="r" dir="7800000" dist="12700">
              <a:srgbClr val="000000">
                <a:alpha val="10200"/>
              </a:srgbClr>
            </a:outerShdw>
          </a:effectLst>
        </p:spPr>
      </p:pic>
      <p:sp>
        <p:nvSpPr>
          <p:cNvPr id="282" name="Google Shape;282;p43"/>
          <p:cNvSpPr txBox="1"/>
          <p:nvPr>
            <p:ph idx="11" type="ftr"/>
          </p:nvPr>
        </p:nvSpPr>
        <p:spPr>
          <a:xfrm>
            <a:off x="326143" y="4819568"/>
            <a:ext cx="31029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3" name="Google Shape;283;p43"/>
          <p:cNvSpPr txBox="1"/>
          <p:nvPr>
            <p:ph idx="1" type="body"/>
          </p:nvPr>
        </p:nvSpPr>
        <p:spPr>
          <a:xfrm>
            <a:off x="3636416" y="1611630"/>
            <a:ext cx="5094000" cy="31218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4" name="Google Shape;284;p43"/>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5" name="Google Shape;285;p43"/>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286" name="Google Shape;286;p43"/>
          <p:cNvCxnSpPr/>
          <p:nvPr/>
        </p:nvCxnSpPr>
        <p:spPr>
          <a:xfrm>
            <a:off x="3714750" y="1419440"/>
            <a:ext cx="50292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9" showMasterSp="0">
  <p:cSld name="Content with Picture 9">
    <p:bg>
      <p:bgPr>
        <a:solidFill>
          <a:schemeClr val="lt1"/>
        </a:solidFill>
      </p:bgPr>
    </p:bg>
    <p:spTree>
      <p:nvGrpSpPr>
        <p:cNvPr id="287" name="Shape 287"/>
        <p:cNvGrpSpPr/>
        <p:nvPr/>
      </p:nvGrpSpPr>
      <p:grpSpPr>
        <a:xfrm>
          <a:off x="0" y="0"/>
          <a:ext cx="0" cy="0"/>
          <a:chOff x="0" y="0"/>
          <a:chExt cx="0" cy="0"/>
        </a:xfrm>
      </p:grpSpPr>
      <p:sp>
        <p:nvSpPr>
          <p:cNvPr id="288" name="Google Shape;288;p44"/>
          <p:cNvSpPr txBox="1"/>
          <p:nvPr>
            <p:ph type="title"/>
          </p:nvPr>
        </p:nvSpPr>
        <p:spPr>
          <a:xfrm>
            <a:off x="6466451" y="518900"/>
            <a:ext cx="2289300" cy="15087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89" name="Google Shape;289;p44"/>
          <p:cNvPicPr preferRelativeResize="0"/>
          <p:nvPr>
            <p:ph idx="2" type="pic"/>
          </p:nvPr>
        </p:nvPicPr>
        <p:blipFill/>
        <p:spPr>
          <a:xfrm>
            <a:off x="400049" y="400050"/>
            <a:ext cx="5750700" cy="4341600"/>
          </a:xfrm>
          <a:prstGeom prst="rect">
            <a:avLst/>
          </a:prstGeom>
          <a:blipFill rotWithShape="1">
            <a:blip r:embed="rId2">
              <a:alphaModFix amt="70000"/>
            </a:blip>
            <a:stretch>
              <a:fillRect b="0" l="0" r="0" t="0"/>
            </a:stretch>
          </a:blipFill>
          <a:ln>
            <a:noFill/>
          </a:ln>
          <a:effectLst>
            <a:outerShdw blurRad="203200" rotWithShape="0" algn="r" dir="7800000" dist="12700">
              <a:srgbClr val="000000">
                <a:alpha val="10200"/>
              </a:srgbClr>
            </a:outerShdw>
          </a:effectLst>
        </p:spPr>
      </p:pic>
      <p:sp>
        <p:nvSpPr>
          <p:cNvPr id="290" name="Google Shape;290;p44"/>
          <p:cNvSpPr txBox="1"/>
          <p:nvPr>
            <p:ph idx="1" type="body"/>
          </p:nvPr>
        </p:nvSpPr>
        <p:spPr>
          <a:xfrm>
            <a:off x="6466451" y="2167386"/>
            <a:ext cx="2289300" cy="25761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100"/>
              <a:buNone/>
              <a:defRPr/>
            </a:lvl1pPr>
            <a:lvl2pPr indent="-228600" lvl="1" marL="914400" algn="l">
              <a:lnSpc>
                <a:spcPct val="120000"/>
              </a:lnSpc>
              <a:spcBef>
                <a:spcPts val="400"/>
              </a:spcBef>
              <a:spcAft>
                <a:spcPts val="0"/>
              </a:spcAft>
              <a:buClr>
                <a:schemeClr val="dk1"/>
              </a:buClr>
              <a:buSzPts val="1100"/>
              <a:buNone/>
              <a:defRPr/>
            </a:lvl2pPr>
            <a:lvl3pPr indent="-228600" lvl="2" marL="1371600" algn="l">
              <a:lnSpc>
                <a:spcPct val="120000"/>
              </a:lnSpc>
              <a:spcBef>
                <a:spcPts val="400"/>
              </a:spcBef>
              <a:spcAft>
                <a:spcPts val="0"/>
              </a:spcAft>
              <a:buClr>
                <a:schemeClr val="dk1"/>
              </a:buClr>
              <a:buSzPts val="1100"/>
              <a:buNone/>
              <a:defRPr/>
            </a:lvl3pPr>
            <a:lvl4pPr indent="-228600" lvl="3" marL="1828800" algn="l">
              <a:lnSpc>
                <a:spcPct val="120000"/>
              </a:lnSpc>
              <a:spcBef>
                <a:spcPts val="400"/>
              </a:spcBef>
              <a:spcAft>
                <a:spcPts val="0"/>
              </a:spcAft>
              <a:buClr>
                <a:schemeClr val="dk1"/>
              </a:buClr>
              <a:buSzPts val="1100"/>
              <a:buNone/>
              <a:defRPr/>
            </a:lvl4pPr>
            <a:lvl5pPr indent="-228600" lvl="4" marL="2286000" algn="l">
              <a:lnSpc>
                <a:spcPct val="12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1" name="Google Shape;291;p44"/>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2" name="Google Shape;292;p44"/>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3" name="Google Shape;293;p44"/>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294" name="Google Shape;294;p44"/>
          <p:cNvCxnSpPr/>
          <p:nvPr/>
        </p:nvCxnSpPr>
        <p:spPr>
          <a:xfrm>
            <a:off x="6545656" y="400050"/>
            <a:ext cx="21984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0" showMasterSp="0">
  <p:cSld name="Content with Picture 10">
    <p:bg>
      <p:bgPr>
        <a:solidFill>
          <a:schemeClr val="lt1"/>
        </a:solidFill>
      </p:bgPr>
    </p:bg>
    <p:spTree>
      <p:nvGrpSpPr>
        <p:cNvPr id="295" name="Shape 295"/>
        <p:cNvGrpSpPr/>
        <p:nvPr/>
      </p:nvGrpSpPr>
      <p:grpSpPr>
        <a:xfrm>
          <a:off x="0" y="0"/>
          <a:ext cx="0" cy="0"/>
          <a:chOff x="0" y="0"/>
          <a:chExt cx="0" cy="0"/>
        </a:xfrm>
      </p:grpSpPr>
      <p:sp>
        <p:nvSpPr>
          <p:cNvPr id="296" name="Google Shape;296;p45"/>
          <p:cNvSpPr txBox="1"/>
          <p:nvPr>
            <p:ph type="title"/>
          </p:nvPr>
        </p:nvSpPr>
        <p:spPr>
          <a:xfrm>
            <a:off x="316801" y="518899"/>
            <a:ext cx="2586000" cy="16854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97" name="Google Shape;297;p45"/>
          <p:cNvPicPr preferRelativeResize="0"/>
          <p:nvPr>
            <p:ph idx="2" type="pic"/>
          </p:nvPr>
        </p:nvPicPr>
        <p:blipFill/>
        <p:spPr>
          <a:xfrm>
            <a:off x="3314700" y="397765"/>
            <a:ext cx="5429100" cy="3014400"/>
          </a:xfrm>
          <a:prstGeom prst="rect">
            <a:avLst/>
          </a:prstGeom>
          <a:blipFill rotWithShape="1">
            <a:blip r:embed="rId2">
              <a:alphaModFix amt="70000"/>
            </a:blip>
            <a:stretch>
              <a:fillRect b="0" l="0" r="0" t="0"/>
            </a:stretch>
          </a:blipFill>
          <a:ln>
            <a:noFill/>
          </a:ln>
          <a:effectLst>
            <a:outerShdw blurRad="190500" rotWithShape="0" algn="r">
              <a:srgbClr val="000000">
                <a:alpha val="10200"/>
              </a:srgbClr>
            </a:outerShdw>
          </a:effectLst>
        </p:spPr>
      </p:pic>
      <p:sp>
        <p:nvSpPr>
          <p:cNvPr id="298" name="Google Shape;298;p45"/>
          <p:cNvSpPr txBox="1"/>
          <p:nvPr>
            <p:ph idx="1" type="body"/>
          </p:nvPr>
        </p:nvSpPr>
        <p:spPr>
          <a:xfrm>
            <a:off x="3304103" y="3551464"/>
            <a:ext cx="5429100" cy="10686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100"/>
              <a:buNone/>
              <a:defRPr/>
            </a:lvl1pPr>
            <a:lvl2pPr indent="-228600" lvl="1" marL="914400" algn="l">
              <a:lnSpc>
                <a:spcPct val="120000"/>
              </a:lnSpc>
              <a:spcBef>
                <a:spcPts val="400"/>
              </a:spcBef>
              <a:spcAft>
                <a:spcPts val="0"/>
              </a:spcAft>
              <a:buClr>
                <a:schemeClr val="dk1"/>
              </a:buClr>
              <a:buSzPts val="1100"/>
              <a:buNone/>
              <a:defRPr/>
            </a:lvl2pPr>
            <a:lvl3pPr indent="-228600" lvl="2" marL="1371600" algn="l">
              <a:lnSpc>
                <a:spcPct val="120000"/>
              </a:lnSpc>
              <a:spcBef>
                <a:spcPts val="400"/>
              </a:spcBef>
              <a:spcAft>
                <a:spcPts val="0"/>
              </a:spcAft>
              <a:buClr>
                <a:schemeClr val="dk1"/>
              </a:buClr>
              <a:buSzPts val="1100"/>
              <a:buNone/>
              <a:defRPr/>
            </a:lvl3pPr>
            <a:lvl4pPr indent="-228600" lvl="3" marL="1828800" algn="l">
              <a:lnSpc>
                <a:spcPct val="120000"/>
              </a:lnSpc>
              <a:spcBef>
                <a:spcPts val="400"/>
              </a:spcBef>
              <a:spcAft>
                <a:spcPts val="0"/>
              </a:spcAft>
              <a:buClr>
                <a:schemeClr val="dk1"/>
              </a:buClr>
              <a:buSzPts val="1100"/>
              <a:buNone/>
              <a:defRPr/>
            </a:lvl4pPr>
            <a:lvl5pPr indent="-228600" lvl="4" marL="2286000" algn="l">
              <a:lnSpc>
                <a:spcPct val="12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9" name="Google Shape;299;p45"/>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00" name="Google Shape;300;p45"/>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01" name="Google Shape;301;p45"/>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302" name="Google Shape;302;p45"/>
          <p:cNvCxnSpPr/>
          <p:nvPr/>
        </p:nvCxnSpPr>
        <p:spPr>
          <a:xfrm>
            <a:off x="397706" y="397764"/>
            <a:ext cx="2515500" cy="0"/>
          </a:xfrm>
          <a:prstGeom prst="straightConnector1">
            <a:avLst/>
          </a:prstGeom>
          <a:noFill/>
          <a:ln cap="flat" cmpd="sng" w="9525">
            <a:solidFill>
              <a:schemeClr val="dk1">
                <a:alpha val="25099"/>
              </a:schemeClr>
            </a:solidFill>
            <a:prstDash val="solid"/>
            <a:miter lim="800000"/>
            <a:headEnd len="sm" w="sm" type="none"/>
            <a:tailEnd len="sm" w="sm" type="none"/>
          </a:ln>
        </p:spPr>
      </p:cxnSp>
      <p:cxnSp>
        <p:nvCxnSpPr>
          <p:cNvPr id="303" name="Google Shape;303;p45"/>
          <p:cNvCxnSpPr/>
          <p:nvPr/>
        </p:nvCxnSpPr>
        <p:spPr>
          <a:xfrm>
            <a:off x="400050" y="4744775"/>
            <a:ext cx="83439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1" showMasterSp="0">
  <p:cSld name="Content with Picture 11">
    <p:bg>
      <p:bgPr>
        <a:solidFill>
          <a:schemeClr val="lt1"/>
        </a:solidFill>
      </p:bgPr>
    </p:bg>
    <p:spTree>
      <p:nvGrpSpPr>
        <p:cNvPr id="304" name="Shape 304"/>
        <p:cNvGrpSpPr/>
        <p:nvPr/>
      </p:nvGrpSpPr>
      <p:grpSpPr>
        <a:xfrm>
          <a:off x="0" y="0"/>
          <a:ext cx="0" cy="0"/>
          <a:chOff x="0" y="0"/>
          <a:chExt cx="0" cy="0"/>
        </a:xfrm>
      </p:grpSpPr>
      <p:sp>
        <p:nvSpPr>
          <p:cNvPr id="305" name="Google Shape;305;p46"/>
          <p:cNvSpPr txBox="1"/>
          <p:nvPr>
            <p:ph type="title"/>
          </p:nvPr>
        </p:nvSpPr>
        <p:spPr>
          <a:xfrm>
            <a:off x="314817" y="518899"/>
            <a:ext cx="2655000" cy="16854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306" name="Google Shape;306;p46"/>
          <p:cNvPicPr preferRelativeResize="0"/>
          <p:nvPr>
            <p:ph idx="2" type="pic"/>
          </p:nvPr>
        </p:nvPicPr>
        <p:blipFill/>
        <p:spPr>
          <a:xfrm>
            <a:off x="3314700" y="400050"/>
            <a:ext cx="5429100" cy="2368200"/>
          </a:xfrm>
          <a:prstGeom prst="rect">
            <a:avLst/>
          </a:prstGeom>
          <a:blipFill rotWithShape="1">
            <a:blip r:embed="rId2">
              <a:alphaModFix amt="70000"/>
            </a:blip>
            <a:stretch>
              <a:fillRect b="0" l="0" r="0" t="0"/>
            </a:stretch>
          </a:blipFill>
          <a:ln>
            <a:noFill/>
          </a:ln>
          <a:effectLst>
            <a:outerShdw blurRad="190500" rotWithShape="0" algn="r">
              <a:srgbClr val="000000">
                <a:alpha val="10200"/>
              </a:srgbClr>
            </a:outerShdw>
          </a:effectLst>
        </p:spPr>
      </p:pic>
      <p:sp>
        <p:nvSpPr>
          <p:cNvPr id="307" name="Google Shape;307;p46"/>
          <p:cNvSpPr txBox="1"/>
          <p:nvPr>
            <p:ph idx="1" type="body"/>
          </p:nvPr>
        </p:nvSpPr>
        <p:spPr>
          <a:xfrm>
            <a:off x="3314700" y="2950234"/>
            <a:ext cx="5445900" cy="17865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100"/>
              <a:buFont typeface="Arial"/>
              <a:buNone/>
              <a:defRPr/>
            </a:lvl1pPr>
            <a:lvl2pPr indent="-228600" lvl="1" marL="914400" algn="l">
              <a:lnSpc>
                <a:spcPct val="120000"/>
              </a:lnSpc>
              <a:spcBef>
                <a:spcPts val="400"/>
              </a:spcBef>
              <a:spcAft>
                <a:spcPts val="0"/>
              </a:spcAft>
              <a:buClr>
                <a:schemeClr val="dk1"/>
              </a:buClr>
              <a:buSzPts val="1100"/>
              <a:buFont typeface="Arial"/>
              <a:buNone/>
              <a:defRPr/>
            </a:lvl2pPr>
            <a:lvl3pPr indent="-228600" lvl="2" marL="1371600" algn="l">
              <a:lnSpc>
                <a:spcPct val="120000"/>
              </a:lnSpc>
              <a:spcBef>
                <a:spcPts val="400"/>
              </a:spcBef>
              <a:spcAft>
                <a:spcPts val="0"/>
              </a:spcAft>
              <a:buClr>
                <a:schemeClr val="dk1"/>
              </a:buClr>
              <a:buSzPts val="1100"/>
              <a:buFont typeface="Arial"/>
              <a:buNone/>
              <a:defRPr/>
            </a:lvl3pPr>
            <a:lvl4pPr indent="-228600" lvl="3" marL="1828800" algn="l">
              <a:lnSpc>
                <a:spcPct val="120000"/>
              </a:lnSpc>
              <a:spcBef>
                <a:spcPts val="400"/>
              </a:spcBef>
              <a:spcAft>
                <a:spcPts val="0"/>
              </a:spcAft>
              <a:buClr>
                <a:schemeClr val="dk1"/>
              </a:buClr>
              <a:buSzPts val="1100"/>
              <a:buFont typeface="Arial"/>
              <a:buNone/>
              <a:defRPr/>
            </a:lvl4pPr>
            <a:lvl5pPr indent="-228600" lvl="4" marL="2286000" algn="l">
              <a:lnSpc>
                <a:spcPct val="120000"/>
              </a:lnSpc>
              <a:spcBef>
                <a:spcPts val="400"/>
              </a:spcBef>
              <a:spcAft>
                <a:spcPts val="0"/>
              </a:spcAft>
              <a:buClr>
                <a:schemeClr val="dk1"/>
              </a:buClr>
              <a:buSzPts val="1100"/>
              <a:buFont typeface="Arial"/>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8" name="Google Shape;308;p46"/>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09" name="Google Shape;309;p46"/>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10" name="Google Shape;310;p46"/>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311" name="Google Shape;311;p46"/>
          <p:cNvCxnSpPr/>
          <p:nvPr/>
        </p:nvCxnSpPr>
        <p:spPr>
          <a:xfrm>
            <a:off x="400050" y="397764"/>
            <a:ext cx="2514600" cy="0"/>
          </a:xfrm>
          <a:prstGeom prst="straightConnector1">
            <a:avLst/>
          </a:prstGeom>
          <a:noFill/>
          <a:ln cap="flat" cmpd="sng" w="9525">
            <a:solidFill>
              <a:schemeClr val="dk1">
                <a:alpha val="25099"/>
              </a:schemeClr>
            </a:solidFill>
            <a:prstDash val="solid"/>
            <a:miter lim="800000"/>
            <a:headEnd len="sm" w="sm" type="none"/>
            <a:tailEnd len="sm" w="sm" type="none"/>
          </a:ln>
        </p:spPr>
      </p:cxnSp>
      <p:cxnSp>
        <p:nvCxnSpPr>
          <p:cNvPr id="312" name="Google Shape;312;p46"/>
          <p:cNvCxnSpPr/>
          <p:nvPr/>
        </p:nvCxnSpPr>
        <p:spPr>
          <a:xfrm>
            <a:off x="400050" y="4743407"/>
            <a:ext cx="8343900" cy="0"/>
          </a:xfrm>
          <a:prstGeom prst="straightConnector1">
            <a:avLst/>
          </a:prstGeom>
          <a:noFill/>
          <a:ln cap="flat" cmpd="sng" w="9525">
            <a:solidFill>
              <a:schemeClr val="dk1">
                <a:alpha val="25099"/>
              </a:schemeClr>
            </a:solidFill>
            <a:prstDash val="solid"/>
            <a:miter lim="800000"/>
            <a:headEnd len="sm" w="sm" type="none"/>
            <a:tailEnd len="sm" w="sm" type="none"/>
          </a:ln>
        </p:spPr>
      </p:cxnSp>
      <p:cxnSp>
        <p:nvCxnSpPr>
          <p:cNvPr id="313" name="Google Shape;313;p46"/>
          <p:cNvCxnSpPr/>
          <p:nvPr/>
        </p:nvCxnSpPr>
        <p:spPr>
          <a:xfrm>
            <a:off x="3760322" y="1419440"/>
            <a:ext cx="49080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2" showMasterSp="0">
  <p:cSld name="Content with Picture 12">
    <p:bg>
      <p:bgPr>
        <a:solidFill>
          <a:schemeClr val="lt1"/>
        </a:solidFill>
      </p:bgPr>
    </p:bg>
    <p:spTree>
      <p:nvGrpSpPr>
        <p:cNvPr id="314" name="Shape 314"/>
        <p:cNvGrpSpPr/>
        <p:nvPr/>
      </p:nvGrpSpPr>
      <p:grpSpPr>
        <a:xfrm>
          <a:off x="0" y="0"/>
          <a:ext cx="0" cy="0"/>
          <a:chOff x="0" y="0"/>
          <a:chExt cx="0" cy="0"/>
        </a:xfrm>
      </p:grpSpPr>
      <p:sp>
        <p:nvSpPr>
          <p:cNvPr id="315" name="Google Shape;315;p47"/>
          <p:cNvSpPr txBox="1"/>
          <p:nvPr>
            <p:ph type="title"/>
          </p:nvPr>
        </p:nvSpPr>
        <p:spPr>
          <a:xfrm>
            <a:off x="316799" y="3622271"/>
            <a:ext cx="3216900" cy="10599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316" name="Google Shape;316;p47"/>
          <p:cNvPicPr preferRelativeResize="0"/>
          <p:nvPr>
            <p:ph idx="2" type="pic"/>
          </p:nvPr>
        </p:nvPicPr>
        <p:blipFill/>
        <p:spPr>
          <a:xfrm>
            <a:off x="400050" y="400050"/>
            <a:ext cx="8343900" cy="3010500"/>
          </a:xfrm>
          <a:prstGeom prst="rect">
            <a:avLst/>
          </a:prstGeom>
          <a:blipFill rotWithShape="1">
            <a:blip r:embed="rId2">
              <a:alphaModFix amt="70000"/>
            </a:blip>
            <a:stretch>
              <a:fillRect b="0" l="0" r="0" t="0"/>
            </a:stretch>
          </a:blipFill>
          <a:ln>
            <a:noFill/>
          </a:ln>
          <a:effectLst>
            <a:outerShdw blurRad="177800" sx="98000" rotWithShape="0" algn="r" sy="98000">
              <a:srgbClr val="000000">
                <a:alpha val="10200"/>
              </a:srgbClr>
            </a:outerShdw>
          </a:effectLst>
        </p:spPr>
      </p:pic>
      <p:sp>
        <p:nvSpPr>
          <p:cNvPr id="317" name="Google Shape;317;p47"/>
          <p:cNvSpPr txBox="1"/>
          <p:nvPr>
            <p:ph idx="11" type="ftr"/>
          </p:nvPr>
        </p:nvSpPr>
        <p:spPr>
          <a:xfrm>
            <a:off x="326143" y="4819568"/>
            <a:ext cx="32169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18" name="Google Shape;318;p47"/>
          <p:cNvSpPr txBox="1"/>
          <p:nvPr>
            <p:ph idx="1" type="body"/>
          </p:nvPr>
        </p:nvSpPr>
        <p:spPr>
          <a:xfrm>
            <a:off x="3827834" y="3622271"/>
            <a:ext cx="4916100" cy="11472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100"/>
              <a:buNone/>
              <a:defRPr/>
            </a:lvl1pPr>
            <a:lvl2pPr indent="-228600" lvl="1" marL="914400" algn="l">
              <a:lnSpc>
                <a:spcPct val="120000"/>
              </a:lnSpc>
              <a:spcBef>
                <a:spcPts val="400"/>
              </a:spcBef>
              <a:spcAft>
                <a:spcPts val="0"/>
              </a:spcAft>
              <a:buClr>
                <a:schemeClr val="dk1"/>
              </a:buClr>
              <a:buSzPts val="1100"/>
              <a:buNone/>
              <a:defRPr/>
            </a:lvl2pPr>
            <a:lvl3pPr indent="-228600" lvl="2" marL="1371600" algn="l">
              <a:lnSpc>
                <a:spcPct val="120000"/>
              </a:lnSpc>
              <a:spcBef>
                <a:spcPts val="400"/>
              </a:spcBef>
              <a:spcAft>
                <a:spcPts val="0"/>
              </a:spcAft>
              <a:buClr>
                <a:schemeClr val="dk1"/>
              </a:buClr>
              <a:buSzPts val="1100"/>
              <a:buNone/>
              <a:defRPr/>
            </a:lvl3pPr>
            <a:lvl4pPr indent="-228600" lvl="3" marL="1828800" algn="l">
              <a:lnSpc>
                <a:spcPct val="120000"/>
              </a:lnSpc>
              <a:spcBef>
                <a:spcPts val="400"/>
              </a:spcBef>
              <a:spcAft>
                <a:spcPts val="0"/>
              </a:spcAft>
              <a:buClr>
                <a:schemeClr val="dk1"/>
              </a:buClr>
              <a:buSzPts val="1100"/>
              <a:buNone/>
              <a:defRPr/>
            </a:lvl4pPr>
            <a:lvl5pPr indent="-228600" lvl="4" marL="2286000" algn="l">
              <a:lnSpc>
                <a:spcPct val="12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9" name="Google Shape;319;p47"/>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20" name="Google Shape;320;p47"/>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3" showMasterSp="0">
  <p:cSld name="Content with Picture 13">
    <p:bg>
      <p:bgPr>
        <a:solidFill>
          <a:schemeClr val="lt1"/>
        </a:solidFill>
      </p:bgPr>
    </p:bg>
    <p:spTree>
      <p:nvGrpSpPr>
        <p:cNvPr id="321" name="Shape 321"/>
        <p:cNvGrpSpPr/>
        <p:nvPr/>
      </p:nvGrpSpPr>
      <p:grpSpPr>
        <a:xfrm>
          <a:off x="0" y="0"/>
          <a:ext cx="0" cy="0"/>
          <a:chOff x="0" y="0"/>
          <a:chExt cx="0" cy="0"/>
        </a:xfrm>
      </p:grpSpPr>
      <p:sp>
        <p:nvSpPr>
          <p:cNvPr id="322" name="Google Shape;322;p48"/>
          <p:cNvSpPr txBox="1"/>
          <p:nvPr>
            <p:ph type="title"/>
          </p:nvPr>
        </p:nvSpPr>
        <p:spPr>
          <a:xfrm>
            <a:off x="314325" y="2932920"/>
            <a:ext cx="2604300" cy="15132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323" name="Google Shape;323;p48"/>
          <p:cNvPicPr preferRelativeResize="0"/>
          <p:nvPr>
            <p:ph idx="2" type="pic"/>
          </p:nvPr>
        </p:nvPicPr>
        <p:blipFill/>
        <p:spPr>
          <a:xfrm>
            <a:off x="400049" y="400050"/>
            <a:ext cx="8343900" cy="2331900"/>
          </a:xfrm>
          <a:prstGeom prst="rect">
            <a:avLst/>
          </a:prstGeom>
          <a:blipFill rotWithShape="1">
            <a:blip r:embed="rId2">
              <a:alphaModFix amt="70000"/>
            </a:blip>
            <a:stretch>
              <a:fillRect b="0" l="0" r="0" t="0"/>
            </a:stretch>
          </a:blipFill>
          <a:ln>
            <a:noFill/>
          </a:ln>
          <a:effectLst>
            <a:outerShdw blurRad="177800" sx="98000" rotWithShape="0" algn="r" sy="98000">
              <a:srgbClr val="000000">
                <a:alpha val="10200"/>
              </a:srgbClr>
            </a:outerShdw>
          </a:effectLst>
        </p:spPr>
      </p:pic>
      <p:sp>
        <p:nvSpPr>
          <p:cNvPr id="324" name="Google Shape;324;p48"/>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25" name="Google Shape;325;p48"/>
          <p:cNvSpPr txBox="1"/>
          <p:nvPr>
            <p:ph idx="1" type="body"/>
          </p:nvPr>
        </p:nvSpPr>
        <p:spPr>
          <a:xfrm>
            <a:off x="3314700" y="2934491"/>
            <a:ext cx="5429100" cy="18054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100"/>
              <a:buNone/>
              <a:defRPr/>
            </a:lvl1pPr>
            <a:lvl2pPr indent="-228600" lvl="1" marL="914400" algn="l">
              <a:lnSpc>
                <a:spcPct val="120000"/>
              </a:lnSpc>
              <a:spcBef>
                <a:spcPts val="400"/>
              </a:spcBef>
              <a:spcAft>
                <a:spcPts val="0"/>
              </a:spcAft>
              <a:buClr>
                <a:schemeClr val="dk1"/>
              </a:buClr>
              <a:buSzPts val="1100"/>
              <a:buNone/>
              <a:defRPr/>
            </a:lvl2pPr>
            <a:lvl3pPr indent="-228600" lvl="2" marL="1371600" algn="l">
              <a:lnSpc>
                <a:spcPct val="120000"/>
              </a:lnSpc>
              <a:spcBef>
                <a:spcPts val="400"/>
              </a:spcBef>
              <a:spcAft>
                <a:spcPts val="0"/>
              </a:spcAft>
              <a:buClr>
                <a:schemeClr val="dk1"/>
              </a:buClr>
              <a:buSzPts val="1100"/>
              <a:buNone/>
              <a:defRPr/>
            </a:lvl3pPr>
            <a:lvl4pPr indent="-228600" lvl="3" marL="1828800" algn="l">
              <a:lnSpc>
                <a:spcPct val="120000"/>
              </a:lnSpc>
              <a:spcBef>
                <a:spcPts val="400"/>
              </a:spcBef>
              <a:spcAft>
                <a:spcPts val="0"/>
              </a:spcAft>
              <a:buClr>
                <a:schemeClr val="dk1"/>
              </a:buClr>
              <a:buSzPts val="1100"/>
              <a:buNone/>
              <a:defRPr/>
            </a:lvl4pPr>
            <a:lvl5pPr indent="-228600" lvl="4" marL="2286000" algn="l">
              <a:lnSpc>
                <a:spcPct val="12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6" name="Google Shape;326;p48"/>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27" name="Google Shape;327;p48"/>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4" showMasterSp="0">
  <p:cSld name="Content with Picture 14">
    <p:bg>
      <p:bgPr>
        <a:solidFill>
          <a:schemeClr val="lt1"/>
        </a:solidFill>
      </p:bgPr>
    </p:bg>
    <p:spTree>
      <p:nvGrpSpPr>
        <p:cNvPr id="328" name="Shape 328"/>
        <p:cNvGrpSpPr/>
        <p:nvPr/>
      </p:nvGrpSpPr>
      <p:grpSpPr>
        <a:xfrm>
          <a:off x="0" y="0"/>
          <a:ext cx="0" cy="0"/>
          <a:chOff x="0" y="0"/>
          <a:chExt cx="0" cy="0"/>
        </a:xfrm>
      </p:grpSpPr>
      <p:sp>
        <p:nvSpPr>
          <p:cNvPr id="329" name="Google Shape;329;p49"/>
          <p:cNvSpPr txBox="1"/>
          <p:nvPr>
            <p:ph type="title"/>
          </p:nvPr>
        </p:nvSpPr>
        <p:spPr>
          <a:xfrm>
            <a:off x="314324" y="525139"/>
            <a:ext cx="2605200" cy="13614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30" name="Google Shape;330;p49"/>
          <p:cNvSpPr txBox="1"/>
          <p:nvPr>
            <p:ph idx="1" type="body"/>
          </p:nvPr>
        </p:nvSpPr>
        <p:spPr>
          <a:xfrm>
            <a:off x="3314701" y="526710"/>
            <a:ext cx="5429100" cy="16806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100"/>
              <a:buNone/>
              <a:defRPr/>
            </a:lvl1pPr>
            <a:lvl2pPr indent="-228600" lvl="1" marL="914400" algn="l">
              <a:lnSpc>
                <a:spcPct val="120000"/>
              </a:lnSpc>
              <a:spcBef>
                <a:spcPts val="400"/>
              </a:spcBef>
              <a:spcAft>
                <a:spcPts val="0"/>
              </a:spcAft>
              <a:buClr>
                <a:schemeClr val="dk1"/>
              </a:buClr>
              <a:buSzPts val="1100"/>
              <a:buNone/>
              <a:defRPr/>
            </a:lvl2pPr>
            <a:lvl3pPr indent="-228600" lvl="2" marL="1371600" algn="l">
              <a:lnSpc>
                <a:spcPct val="120000"/>
              </a:lnSpc>
              <a:spcBef>
                <a:spcPts val="400"/>
              </a:spcBef>
              <a:spcAft>
                <a:spcPts val="0"/>
              </a:spcAft>
              <a:buClr>
                <a:schemeClr val="dk1"/>
              </a:buClr>
              <a:buSzPts val="1100"/>
              <a:buNone/>
              <a:defRPr/>
            </a:lvl3pPr>
            <a:lvl4pPr indent="-228600" lvl="3" marL="1828800" algn="l">
              <a:lnSpc>
                <a:spcPct val="120000"/>
              </a:lnSpc>
              <a:spcBef>
                <a:spcPts val="400"/>
              </a:spcBef>
              <a:spcAft>
                <a:spcPts val="0"/>
              </a:spcAft>
              <a:buClr>
                <a:schemeClr val="dk1"/>
              </a:buClr>
              <a:buSzPts val="1100"/>
              <a:buNone/>
              <a:defRPr/>
            </a:lvl4pPr>
            <a:lvl5pPr indent="-228600" lvl="4" marL="2286000" algn="l">
              <a:lnSpc>
                <a:spcPct val="12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331" name="Google Shape;331;p49"/>
          <p:cNvPicPr preferRelativeResize="0"/>
          <p:nvPr>
            <p:ph idx="2" type="pic"/>
          </p:nvPr>
        </p:nvPicPr>
        <p:blipFill/>
        <p:spPr>
          <a:xfrm>
            <a:off x="400050" y="2404445"/>
            <a:ext cx="8343900" cy="2339100"/>
          </a:xfrm>
          <a:prstGeom prst="rect">
            <a:avLst/>
          </a:prstGeom>
          <a:blipFill rotWithShape="1">
            <a:blip r:embed="rId2">
              <a:alphaModFix amt="70000"/>
            </a:blip>
            <a:stretch>
              <a:fillRect b="0" l="0" r="0" t="0"/>
            </a:stretch>
          </a:blipFill>
          <a:ln>
            <a:noFill/>
          </a:ln>
          <a:effectLst>
            <a:outerShdw blurRad="177800" sx="97000" rotWithShape="0" algn="r" sy="97000">
              <a:srgbClr val="000000">
                <a:alpha val="10200"/>
              </a:srgbClr>
            </a:outerShdw>
          </a:effectLst>
        </p:spPr>
      </p:pic>
      <p:sp>
        <p:nvSpPr>
          <p:cNvPr id="332" name="Google Shape;332;p49"/>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33" name="Google Shape;333;p49"/>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34" name="Google Shape;334;p49"/>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335" name="Google Shape;335;p49"/>
          <p:cNvCxnSpPr/>
          <p:nvPr/>
        </p:nvCxnSpPr>
        <p:spPr>
          <a:xfrm>
            <a:off x="400050" y="400050"/>
            <a:ext cx="83439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5" showMasterSp="0">
  <p:cSld name="Content with Picture 15">
    <p:bg>
      <p:bgPr>
        <a:solidFill>
          <a:schemeClr val="lt1"/>
        </a:solidFill>
      </p:bgPr>
    </p:bg>
    <p:spTree>
      <p:nvGrpSpPr>
        <p:cNvPr id="336" name="Shape 336"/>
        <p:cNvGrpSpPr/>
        <p:nvPr/>
      </p:nvGrpSpPr>
      <p:grpSpPr>
        <a:xfrm>
          <a:off x="0" y="0"/>
          <a:ext cx="0" cy="0"/>
          <a:chOff x="0" y="0"/>
          <a:chExt cx="0" cy="0"/>
        </a:xfrm>
      </p:grpSpPr>
      <p:sp>
        <p:nvSpPr>
          <p:cNvPr id="337" name="Google Shape;337;p50"/>
          <p:cNvSpPr txBox="1"/>
          <p:nvPr>
            <p:ph type="title"/>
          </p:nvPr>
        </p:nvSpPr>
        <p:spPr>
          <a:xfrm>
            <a:off x="314325" y="274320"/>
            <a:ext cx="8433000" cy="6858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338" name="Google Shape;338;p50"/>
          <p:cNvPicPr preferRelativeResize="0"/>
          <p:nvPr>
            <p:ph idx="2" type="pic"/>
          </p:nvPr>
        </p:nvPicPr>
        <p:blipFill/>
        <p:spPr>
          <a:xfrm>
            <a:off x="397764" y="1290164"/>
            <a:ext cx="4517100" cy="3453300"/>
          </a:xfrm>
          <a:prstGeom prst="rect">
            <a:avLst/>
          </a:prstGeom>
          <a:blipFill rotWithShape="1">
            <a:blip r:embed="rId2">
              <a:alphaModFix amt="70000"/>
            </a:blip>
            <a:stretch>
              <a:fillRect b="0" l="0" r="0" t="0"/>
            </a:stretch>
          </a:blipFill>
          <a:ln>
            <a:noFill/>
          </a:ln>
          <a:effectLst>
            <a:outerShdw blurRad="203200" rotWithShape="0" algn="r" dir="7800000" dist="12700">
              <a:srgbClr val="000000">
                <a:alpha val="10200"/>
              </a:srgbClr>
            </a:outerShdw>
          </a:effectLst>
        </p:spPr>
      </p:pic>
      <p:sp>
        <p:nvSpPr>
          <p:cNvPr id="339" name="Google Shape;339;p50"/>
          <p:cNvSpPr txBox="1"/>
          <p:nvPr>
            <p:ph idx="1" type="body"/>
          </p:nvPr>
        </p:nvSpPr>
        <p:spPr>
          <a:xfrm>
            <a:off x="5325945" y="1217722"/>
            <a:ext cx="3417900" cy="35298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0" name="Google Shape;340;p50"/>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1" name="Google Shape;341;p50"/>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2" name="Google Shape;342;p50"/>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343" name="Google Shape;343;p50"/>
          <p:cNvCxnSpPr/>
          <p:nvPr/>
        </p:nvCxnSpPr>
        <p:spPr>
          <a:xfrm>
            <a:off x="397764" y="1014984"/>
            <a:ext cx="83565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6">
  <p:cSld name="Content with Picture 16">
    <p:bg>
      <p:bgPr>
        <a:solidFill>
          <a:schemeClr val="lt1"/>
        </a:solidFill>
      </p:bgPr>
    </p:bg>
    <p:spTree>
      <p:nvGrpSpPr>
        <p:cNvPr id="344" name="Shape 344"/>
        <p:cNvGrpSpPr/>
        <p:nvPr/>
      </p:nvGrpSpPr>
      <p:grpSpPr>
        <a:xfrm>
          <a:off x="0" y="0"/>
          <a:ext cx="0" cy="0"/>
          <a:chOff x="0" y="0"/>
          <a:chExt cx="0" cy="0"/>
        </a:xfrm>
      </p:grpSpPr>
      <p:sp>
        <p:nvSpPr>
          <p:cNvPr id="345" name="Google Shape;345;p51"/>
          <p:cNvSpPr txBox="1"/>
          <p:nvPr>
            <p:ph type="title"/>
          </p:nvPr>
        </p:nvSpPr>
        <p:spPr>
          <a:xfrm>
            <a:off x="314816" y="518900"/>
            <a:ext cx="3050700" cy="11697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346" name="Google Shape;346;p51"/>
          <p:cNvPicPr preferRelativeResize="0"/>
          <p:nvPr>
            <p:ph idx="2" type="pic"/>
          </p:nvPr>
        </p:nvPicPr>
        <p:blipFill/>
        <p:spPr>
          <a:xfrm>
            <a:off x="400050" y="1891364"/>
            <a:ext cx="2914800" cy="2852100"/>
          </a:xfrm>
          <a:prstGeom prst="rect">
            <a:avLst/>
          </a:prstGeom>
          <a:blipFill rotWithShape="1">
            <a:blip r:embed="rId2">
              <a:alphaModFix amt="70000"/>
            </a:blip>
            <a:stretch>
              <a:fillRect b="0" l="0" r="0" t="0"/>
            </a:stretch>
          </a:blipFill>
          <a:ln>
            <a:noFill/>
          </a:ln>
          <a:effectLst>
            <a:outerShdw blurRad="190500" rotWithShape="0" algn="r">
              <a:srgbClr val="000000">
                <a:alpha val="10200"/>
              </a:srgbClr>
            </a:outerShdw>
          </a:effectLst>
        </p:spPr>
      </p:pic>
      <p:sp>
        <p:nvSpPr>
          <p:cNvPr id="347" name="Google Shape;347;p51"/>
          <p:cNvSpPr txBox="1"/>
          <p:nvPr>
            <p:ph idx="1" type="body"/>
          </p:nvPr>
        </p:nvSpPr>
        <p:spPr>
          <a:xfrm>
            <a:off x="3720514" y="521208"/>
            <a:ext cx="5029200" cy="42222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48" name="Google Shape;348;p51"/>
          <p:cNvSpPr txBox="1"/>
          <p:nvPr>
            <p:ph idx="11" type="ftr"/>
          </p:nvPr>
        </p:nvSpPr>
        <p:spPr>
          <a:xfrm>
            <a:off x="326143" y="4819568"/>
            <a:ext cx="2988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9" name="Google Shape;349;p51"/>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0" name="Google Shape;350;p51"/>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Picture 17" showMasterSp="0">
  <p:cSld name="Content with Picture 17">
    <p:bg>
      <p:bgPr>
        <a:solidFill>
          <a:schemeClr val="lt1"/>
        </a:solidFill>
      </p:bgPr>
    </p:bg>
    <p:spTree>
      <p:nvGrpSpPr>
        <p:cNvPr id="351" name="Shape 351"/>
        <p:cNvGrpSpPr/>
        <p:nvPr/>
      </p:nvGrpSpPr>
      <p:grpSpPr>
        <a:xfrm>
          <a:off x="0" y="0"/>
          <a:ext cx="0" cy="0"/>
          <a:chOff x="0" y="0"/>
          <a:chExt cx="0" cy="0"/>
        </a:xfrm>
      </p:grpSpPr>
      <p:sp>
        <p:nvSpPr>
          <p:cNvPr id="352" name="Google Shape;352;p52"/>
          <p:cNvSpPr txBox="1"/>
          <p:nvPr>
            <p:ph type="title"/>
          </p:nvPr>
        </p:nvSpPr>
        <p:spPr>
          <a:xfrm>
            <a:off x="314325" y="3221968"/>
            <a:ext cx="3000300" cy="14172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353" name="Google Shape;353;p52"/>
          <p:cNvPicPr preferRelativeResize="0"/>
          <p:nvPr>
            <p:ph idx="2" type="pic"/>
          </p:nvPr>
        </p:nvPicPr>
        <p:blipFill/>
        <p:spPr>
          <a:xfrm>
            <a:off x="400050" y="398918"/>
            <a:ext cx="2914800" cy="2702700"/>
          </a:xfrm>
          <a:prstGeom prst="rect">
            <a:avLst/>
          </a:prstGeom>
          <a:blipFill rotWithShape="1">
            <a:blip r:embed="rId2">
              <a:alphaModFix amt="70000"/>
            </a:blip>
            <a:stretch>
              <a:fillRect b="0" l="0" r="0" t="0"/>
            </a:stretch>
          </a:blipFill>
          <a:ln>
            <a:noFill/>
          </a:ln>
          <a:effectLst>
            <a:outerShdw blurRad="190500" rotWithShape="0" algn="r">
              <a:srgbClr val="000000">
                <a:alpha val="10200"/>
              </a:srgbClr>
            </a:outerShdw>
          </a:effectLst>
        </p:spPr>
      </p:pic>
      <p:sp>
        <p:nvSpPr>
          <p:cNvPr id="354" name="Google Shape;354;p52"/>
          <p:cNvSpPr txBox="1"/>
          <p:nvPr>
            <p:ph idx="1" type="body"/>
          </p:nvPr>
        </p:nvSpPr>
        <p:spPr>
          <a:xfrm>
            <a:off x="3714751" y="521208"/>
            <a:ext cx="5029200" cy="41301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5" name="Google Shape;355;p52"/>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6" name="Google Shape;356;p52"/>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7" name="Google Shape;357;p52"/>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358" name="Google Shape;358;p52"/>
          <p:cNvCxnSpPr/>
          <p:nvPr/>
        </p:nvCxnSpPr>
        <p:spPr>
          <a:xfrm>
            <a:off x="3714751" y="398918"/>
            <a:ext cx="5029200" cy="0"/>
          </a:xfrm>
          <a:prstGeom prst="straightConnector1">
            <a:avLst/>
          </a:prstGeom>
          <a:noFill/>
          <a:ln cap="flat" cmpd="sng" w="9525">
            <a:solidFill>
              <a:schemeClr val="dk1">
                <a:alpha val="25099"/>
              </a:schemeClr>
            </a:solidFill>
            <a:prstDash val="solid"/>
            <a:miter lim="800000"/>
            <a:headEnd len="sm" w="sm" type="none"/>
            <a:tailEnd len="sm" w="sm" type="none"/>
          </a:ln>
        </p:spPr>
      </p:cxnSp>
      <p:cxnSp>
        <p:nvCxnSpPr>
          <p:cNvPr id="359" name="Google Shape;359;p52"/>
          <p:cNvCxnSpPr/>
          <p:nvPr/>
        </p:nvCxnSpPr>
        <p:spPr>
          <a:xfrm>
            <a:off x="400049" y="4743450"/>
            <a:ext cx="83439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showMasterSp="0">
  <p:cSld name="Number Large">
    <p:bg>
      <p:bgPr>
        <a:solidFill>
          <a:schemeClr val="lt1"/>
        </a:solidFill>
      </p:bgPr>
    </p:bg>
    <p:spTree>
      <p:nvGrpSpPr>
        <p:cNvPr id="360" name="Shape 360"/>
        <p:cNvGrpSpPr/>
        <p:nvPr/>
      </p:nvGrpSpPr>
      <p:grpSpPr>
        <a:xfrm>
          <a:off x="0" y="0"/>
          <a:ext cx="0" cy="0"/>
          <a:chOff x="0" y="0"/>
          <a:chExt cx="0" cy="0"/>
        </a:xfrm>
      </p:grpSpPr>
      <p:sp>
        <p:nvSpPr>
          <p:cNvPr id="361" name="Google Shape;361;p53"/>
          <p:cNvSpPr txBox="1"/>
          <p:nvPr>
            <p:ph type="title"/>
          </p:nvPr>
        </p:nvSpPr>
        <p:spPr>
          <a:xfrm>
            <a:off x="384667" y="3805955"/>
            <a:ext cx="8374800" cy="801300"/>
          </a:xfrm>
          <a:prstGeom prst="rect">
            <a:avLst/>
          </a:prstGeom>
          <a:noFill/>
          <a:ln>
            <a:noFill/>
          </a:ln>
        </p:spPr>
        <p:txBody>
          <a:bodyPr anchorCtr="0" anchor="ctr" bIns="34275" lIns="68575" spcFirstLastPara="1" rIns="68575" wrap="square" tIns="34275">
            <a:normAutofit/>
          </a:bodyPr>
          <a:lstStyle>
            <a:lvl1pPr lvl="0" algn="ctr">
              <a:lnSpc>
                <a:spcPct val="90000"/>
              </a:lnSpc>
              <a:spcBef>
                <a:spcPts val="0"/>
              </a:spcBef>
              <a:spcAft>
                <a:spcPts val="0"/>
              </a:spcAft>
              <a:buClr>
                <a:schemeClr val="dk1"/>
              </a:buClr>
              <a:buSzPts val="2100"/>
              <a:buFont typeface="Open Sans"/>
              <a:buNone/>
              <a:defRPr sz="2100">
                <a:solidFill>
                  <a:schemeClr val="dk1"/>
                </a:solidFill>
                <a:latin typeface="Open Sans"/>
                <a:ea typeface="Open Sans"/>
                <a:cs typeface="Open Sans"/>
                <a:sym typeface="Open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62" name="Google Shape;362;p53"/>
          <p:cNvSpPr txBox="1"/>
          <p:nvPr>
            <p:ph idx="1" type="body"/>
          </p:nvPr>
        </p:nvSpPr>
        <p:spPr>
          <a:xfrm>
            <a:off x="387314" y="371875"/>
            <a:ext cx="8369400" cy="3184500"/>
          </a:xfrm>
          <a:prstGeom prst="rect">
            <a:avLst/>
          </a:prstGeom>
          <a:noFill/>
          <a:ln>
            <a:noFill/>
          </a:ln>
        </p:spPr>
        <p:txBody>
          <a:bodyPr anchorCtr="0" anchor="ctr" bIns="34275" lIns="68575" spcFirstLastPara="1" rIns="68575" wrap="square" tIns="34275">
            <a:normAutofit/>
          </a:bodyPr>
          <a:lstStyle>
            <a:lvl1pPr indent="-228600" lvl="0" marL="457200" algn="ctr">
              <a:lnSpc>
                <a:spcPct val="90000"/>
              </a:lnSpc>
              <a:spcBef>
                <a:spcPts val="800"/>
              </a:spcBef>
              <a:spcAft>
                <a:spcPts val="0"/>
              </a:spcAft>
              <a:buClr>
                <a:schemeClr val="accent1"/>
              </a:buClr>
              <a:buSzPts val="24000"/>
              <a:buNone/>
              <a:defRPr sz="24000" cap="none">
                <a:solidFill>
                  <a:schemeClr val="accent1"/>
                </a:solidFill>
                <a:latin typeface="Open Sans"/>
                <a:ea typeface="Open Sans"/>
                <a:cs typeface="Open Sans"/>
                <a:sym typeface="Open Sans"/>
              </a:defRPr>
            </a:lvl1pPr>
            <a:lvl2pPr indent="-228600" lvl="1" marL="914400" algn="ctr">
              <a:lnSpc>
                <a:spcPct val="110000"/>
              </a:lnSpc>
              <a:spcBef>
                <a:spcPts val="400"/>
              </a:spcBef>
              <a:spcAft>
                <a:spcPts val="0"/>
              </a:spcAft>
              <a:buClr>
                <a:schemeClr val="dk1"/>
              </a:buClr>
              <a:buSzPts val="1800"/>
              <a:buNone/>
              <a:defRPr sz="1800" cap="none">
                <a:solidFill>
                  <a:schemeClr val="dk1"/>
                </a:solidFill>
                <a:latin typeface="Open Sans"/>
                <a:ea typeface="Open Sans"/>
                <a:cs typeface="Open Sans"/>
                <a:sym typeface="Open Sans"/>
              </a:defRPr>
            </a:lvl2pPr>
            <a:lvl3pPr indent="-228600" lvl="2" marL="1371600" algn="ctr">
              <a:lnSpc>
                <a:spcPct val="110000"/>
              </a:lnSpc>
              <a:spcBef>
                <a:spcPts val="400"/>
              </a:spcBef>
              <a:spcAft>
                <a:spcPts val="0"/>
              </a:spcAft>
              <a:buClr>
                <a:schemeClr val="dk1"/>
              </a:buClr>
              <a:buSzPts val="1500"/>
              <a:buNone/>
              <a:defRPr sz="1500" cap="none">
                <a:solidFill>
                  <a:schemeClr val="dk1"/>
                </a:solidFill>
                <a:latin typeface="Open Sans"/>
                <a:ea typeface="Open Sans"/>
                <a:cs typeface="Open Sans"/>
                <a:sym typeface="Open Sans"/>
              </a:defRPr>
            </a:lvl3pPr>
            <a:lvl4pPr indent="-228600" lvl="3" marL="1828800" algn="ctr">
              <a:lnSpc>
                <a:spcPct val="110000"/>
              </a:lnSpc>
              <a:spcBef>
                <a:spcPts val="400"/>
              </a:spcBef>
              <a:spcAft>
                <a:spcPts val="0"/>
              </a:spcAft>
              <a:buClr>
                <a:schemeClr val="dk1"/>
              </a:buClr>
              <a:buSzPts val="1400"/>
              <a:buNone/>
              <a:defRPr sz="1400" cap="none">
                <a:solidFill>
                  <a:schemeClr val="dk1"/>
                </a:solidFill>
                <a:latin typeface="Open Sans"/>
                <a:ea typeface="Open Sans"/>
                <a:cs typeface="Open Sans"/>
                <a:sym typeface="Open Sans"/>
              </a:defRPr>
            </a:lvl4pPr>
            <a:lvl5pPr indent="-228600" lvl="4" marL="2286000" algn="ctr">
              <a:lnSpc>
                <a:spcPct val="110000"/>
              </a:lnSpc>
              <a:spcBef>
                <a:spcPts val="400"/>
              </a:spcBef>
              <a:spcAft>
                <a:spcPts val="0"/>
              </a:spcAft>
              <a:buClr>
                <a:schemeClr val="dk1"/>
              </a:buClr>
              <a:buSzPts val="1200"/>
              <a:buNone/>
              <a:defRPr sz="1200" cap="none">
                <a:solidFill>
                  <a:schemeClr val="dk1"/>
                </a:solidFill>
                <a:latin typeface="Open Sans"/>
                <a:ea typeface="Open Sans"/>
                <a:cs typeface="Open Sans"/>
                <a:sym typeface="Open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3" name="Google Shape;363;p53"/>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64" name="Google Shape;364;p53"/>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65" name="Google Shape;365;p53"/>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366" name="Google Shape;366;p53"/>
          <p:cNvCxnSpPr/>
          <p:nvPr/>
        </p:nvCxnSpPr>
        <p:spPr>
          <a:xfrm>
            <a:off x="397764" y="3629748"/>
            <a:ext cx="8369400" cy="0"/>
          </a:xfrm>
          <a:prstGeom prst="straightConnector1">
            <a:avLst/>
          </a:prstGeom>
          <a:noFill/>
          <a:ln cap="flat" cmpd="sng" w="9525">
            <a:solidFill>
              <a:schemeClr val="dk1">
                <a:alpha val="25099"/>
              </a:schemeClr>
            </a:solidFill>
            <a:prstDash val="solid"/>
            <a:miter lim="800000"/>
            <a:headEnd len="sm" w="sm" type="none"/>
            <a:tailEnd len="sm" w="sm" type="none"/>
          </a:ln>
        </p:spPr>
      </p:cxnSp>
      <p:cxnSp>
        <p:nvCxnSpPr>
          <p:cNvPr id="367" name="Google Shape;367;p53"/>
          <p:cNvCxnSpPr/>
          <p:nvPr/>
        </p:nvCxnSpPr>
        <p:spPr>
          <a:xfrm>
            <a:off x="397764" y="4743450"/>
            <a:ext cx="83694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2" showMasterSp="0">
  <p:cSld name="Number Large 2">
    <p:bg>
      <p:bgPr>
        <a:solidFill>
          <a:srgbClr val="B73A17"/>
        </a:solidFill>
      </p:bgPr>
    </p:bg>
    <p:spTree>
      <p:nvGrpSpPr>
        <p:cNvPr id="368" name="Shape 368"/>
        <p:cNvGrpSpPr/>
        <p:nvPr/>
      </p:nvGrpSpPr>
      <p:grpSpPr>
        <a:xfrm>
          <a:off x="0" y="0"/>
          <a:ext cx="0" cy="0"/>
          <a:chOff x="0" y="0"/>
          <a:chExt cx="0" cy="0"/>
        </a:xfrm>
      </p:grpSpPr>
      <p:sp>
        <p:nvSpPr>
          <p:cNvPr id="369" name="Google Shape;369;p54"/>
          <p:cNvSpPr txBox="1"/>
          <p:nvPr>
            <p:ph type="title"/>
          </p:nvPr>
        </p:nvSpPr>
        <p:spPr>
          <a:xfrm>
            <a:off x="384667" y="3805955"/>
            <a:ext cx="8374800" cy="801300"/>
          </a:xfrm>
          <a:prstGeom prst="rect">
            <a:avLst/>
          </a:prstGeom>
          <a:noFill/>
          <a:ln>
            <a:noFill/>
          </a:ln>
        </p:spPr>
        <p:txBody>
          <a:bodyPr anchorCtr="0" anchor="ctr" bIns="34275" lIns="68575" spcFirstLastPara="1" rIns="68575" wrap="square" tIns="34275">
            <a:normAutofit/>
          </a:bodyPr>
          <a:lstStyle>
            <a:lvl1pPr lvl="0" algn="ctr">
              <a:lnSpc>
                <a:spcPct val="90000"/>
              </a:lnSpc>
              <a:spcBef>
                <a:spcPts val="0"/>
              </a:spcBef>
              <a:spcAft>
                <a:spcPts val="0"/>
              </a:spcAft>
              <a:buClr>
                <a:schemeClr val="lt1"/>
              </a:buClr>
              <a:buSzPts val="2100"/>
              <a:buFont typeface="Open Sans"/>
              <a:buNone/>
              <a:defRPr sz="2100">
                <a:solidFill>
                  <a:schemeClr val="lt1"/>
                </a:solidFill>
                <a:latin typeface="Open Sans"/>
                <a:ea typeface="Open Sans"/>
                <a:cs typeface="Open Sans"/>
                <a:sym typeface="Open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70" name="Google Shape;370;p54"/>
          <p:cNvSpPr txBox="1"/>
          <p:nvPr>
            <p:ph idx="1" type="body"/>
          </p:nvPr>
        </p:nvSpPr>
        <p:spPr>
          <a:xfrm>
            <a:off x="387314" y="513506"/>
            <a:ext cx="8369400" cy="3172200"/>
          </a:xfrm>
          <a:prstGeom prst="rect">
            <a:avLst/>
          </a:prstGeom>
          <a:noFill/>
          <a:ln>
            <a:noFill/>
          </a:ln>
        </p:spPr>
        <p:txBody>
          <a:bodyPr anchorCtr="0" anchor="ctr" bIns="34275" lIns="68575" spcFirstLastPara="1" rIns="68575" wrap="square" tIns="34275">
            <a:normAutofit/>
          </a:bodyPr>
          <a:lstStyle>
            <a:lvl1pPr indent="-228600" lvl="0" marL="457200" algn="ctr">
              <a:lnSpc>
                <a:spcPct val="90000"/>
              </a:lnSpc>
              <a:spcBef>
                <a:spcPts val="800"/>
              </a:spcBef>
              <a:spcAft>
                <a:spcPts val="0"/>
              </a:spcAft>
              <a:buClr>
                <a:schemeClr val="lt1"/>
              </a:buClr>
              <a:buSzPts val="24000"/>
              <a:buNone/>
              <a:defRPr sz="24000" cap="none">
                <a:solidFill>
                  <a:schemeClr val="lt1"/>
                </a:solidFill>
                <a:latin typeface="Open Sans"/>
                <a:ea typeface="Open Sans"/>
                <a:cs typeface="Open Sans"/>
                <a:sym typeface="Open Sans"/>
              </a:defRPr>
            </a:lvl1pPr>
            <a:lvl2pPr indent="-228600" lvl="1" marL="914400" algn="ctr">
              <a:lnSpc>
                <a:spcPct val="110000"/>
              </a:lnSpc>
              <a:spcBef>
                <a:spcPts val="400"/>
              </a:spcBef>
              <a:spcAft>
                <a:spcPts val="0"/>
              </a:spcAft>
              <a:buClr>
                <a:schemeClr val="lt1"/>
              </a:buClr>
              <a:buSzPts val="1800"/>
              <a:buNone/>
              <a:defRPr sz="1800" cap="none">
                <a:solidFill>
                  <a:schemeClr val="lt1"/>
                </a:solidFill>
                <a:latin typeface="Open Sans"/>
                <a:ea typeface="Open Sans"/>
                <a:cs typeface="Open Sans"/>
                <a:sym typeface="Open Sans"/>
              </a:defRPr>
            </a:lvl2pPr>
            <a:lvl3pPr indent="-228600" lvl="2" marL="1371600" algn="ctr">
              <a:lnSpc>
                <a:spcPct val="110000"/>
              </a:lnSpc>
              <a:spcBef>
                <a:spcPts val="400"/>
              </a:spcBef>
              <a:spcAft>
                <a:spcPts val="0"/>
              </a:spcAft>
              <a:buClr>
                <a:schemeClr val="lt1"/>
              </a:buClr>
              <a:buSzPts val="1500"/>
              <a:buNone/>
              <a:defRPr sz="1500" cap="none">
                <a:solidFill>
                  <a:schemeClr val="lt1"/>
                </a:solidFill>
                <a:latin typeface="Open Sans"/>
                <a:ea typeface="Open Sans"/>
                <a:cs typeface="Open Sans"/>
                <a:sym typeface="Open Sans"/>
              </a:defRPr>
            </a:lvl3pPr>
            <a:lvl4pPr indent="-228600" lvl="3" marL="1828800" algn="ctr">
              <a:lnSpc>
                <a:spcPct val="110000"/>
              </a:lnSpc>
              <a:spcBef>
                <a:spcPts val="400"/>
              </a:spcBef>
              <a:spcAft>
                <a:spcPts val="0"/>
              </a:spcAft>
              <a:buClr>
                <a:schemeClr val="lt1"/>
              </a:buClr>
              <a:buSzPts val="1400"/>
              <a:buNone/>
              <a:defRPr sz="1400" cap="none">
                <a:solidFill>
                  <a:schemeClr val="lt1"/>
                </a:solidFill>
                <a:latin typeface="Open Sans"/>
                <a:ea typeface="Open Sans"/>
                <a:cs typeface="Open Sans"/>
                <a:sym typeface="Open Sans"/>
              </a:defRPr>
            </a:lvl4pPr>
            <a:lvl5pPr indent="-228600" lvl="4" marL="2286000" algn="ctr">
              <a:lnSpc>
                <a:spcPct val="110000"/>
              </a:lnSpc>
              <a:spcBef>
                <a:spcPts val="400"/>
              </a:spcBef>
              <a:spcAft>
                <a:spcPts val="0"/>
              </a:spcAft>
              <a:buClr>
                <a:schemeClr val="lt1"/>
              </a:buClr>
              <a:buSzPts val="1200"/>
              <a:buNone/>
              <a:defRPr sz="1200" cap="none">
                <a:solidFill>
                  <a:schemeClr val="lt1"/>
                </a:solidFill>
                <a:latin typeface="Open Sans"/>
                <a:ea typeface="Open Sans"/>
                <a:cs typeface="Open Sans"/>
                <a:sym typeface="Open Sans"/>
              </a:defRPr>
            </a:lvl5pPr>
            <a:lvl6pPr indent="-317500" lvl="5" marL="2743200" algn="l">
              <a:lnSpc>
                <a:spcPct val="90000"/>
              </a:lnSpc>
              <a:spcBef>
                <a:spcPts val="400"/>
              </a:spcBef>
              <a:spcAft>
                <a:spcPts val="0"/>
              </a:spcAft>
              <a:buClr>
                <a:schemeClr val="lt1"/>
              </a:buClr>
              <a:buSzPts val="1400"/>
              <a:buChar char="•"/>
              <a:defRPr/>
            </a:lvl6pPr>
            <a:lvl7pPr indent="-317500" lvl="6" marL="3200400" algn="l">
              <a:lnSpc>
                <a:spcPct val="90000"/>
              </a:lnSpc>
              <a:spcBef>
                <a:spcPts val="400"/>
              </a:spcBef>
              <a:spcAft>
                <a:spcPts val="0"/>
              </a:spcAft>
              <a:buClr>
                <a:schemeClr val="lt1"/>
              </a:buClr>
              <a:buSzPts val="1400"/>
              <a:buChar char="•"/>
              <a:defRPr/>
            </a:lvl7pPr>
            <a:lvl8pPr indent="-317500" lvl="7" marL="3657600" algn="l">
              <a:lnSpc>
                <a:spcPct val="90000"/>
              </a:lnSpc>
              <a:spcBef>
                <a:spcPts val="400"/>
              </a:spcBef>
              <a:spcAft>
                <a:spcPts val="0"/>
              </a:spcAft>
              <a:buClr>
                <a:schemeClr val="lt1"/>
              </a:buClr>
              <a:buSzPts val="1400"/>
              <a:buChar char="•"/>
              <a:defRPr/>
            </a:lvl8pPr>
            <a:lvl9pPr indent="-317500" lvl="8" marL="4114800" algn="l">
              <a:lnSpc>
                <a:spcPct val="90000"/>
              </a:lnSpc>
              <a:spcBef>
                <a:spcPts val="400"/>
              </a:spcBef>
              <a:spcAft>
                <a:spcPts val="0"/>
              </a:spcAft>
              <a:buClr>
                <a:schemeClr val="lt1"/>
              </a:buClr>
              <a:buSzPts val="1400"/>
              <a:buChar char="•"/>
              <a:defRPr/>
            </a:lvl9pPr>
          </a:lstStyle>
          <a:p/>
        </p:txBody>
      </p:sp>
      <p:sp>
        <p:nvSpPr>
          <p:cNvPr id="371" name="Google Shape;371;p54"/>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72" name="Google Shape;372;p54"/>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73" name="Google Shape;373;p54"/>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700">
                <a:solidFill>
                  <a:schemeClr val="lt1"/>
                </a:solidFill>
                <a:latin typeface="Arial"/>
                <a:ea typeface="Arial"/>
                <a:cs typeface="Arial"/>
                <a:sym typeface="Arial"/>
              </a:defRPr>
            </a:lvl1pPr>
            <a:lvl2pPr indent="0" lvl="1" marL="0" algn="r">
              <a:spcBef>
                <a:spcPts val="0"/>
              </a:spcBef>
              <a:buNone/>
              <a:defRPr sz="700">
                <a:solidFill>
                  <a:schemeClr val="lt1"/>
                </a:solidFill>
                <a:latin typeface="Arial"/>
                <a:ea typeface="Arial"/>
                <a:cs typeface="Arial"/>
                <a:sym typeface="Arial"/>
              </a:defRPr>
            </a:lvl2pPr>
            <a:lvl3pPr indent="0" lvl="2" marL="0" algn="r">
              <a:spcBef>
                <a:spcPts val="0"/>
              </a:spcBef>
              <a:buNone/>
              <a:defRPr sz="700">
                <a:solidFill>
                  <a:schemeClr val="lt1"/>
                </a:solidFill>
                <a:latin typeface="Arial"/>
                <a:ea typeface="Arial"/>
                <a:cs typeface="Arial"/>
                <a:sym typeface="Arial"/>
              </a:defRPr>
            </a:lvl3pPr>
            <a:lvl4pPr indent="0" lvl="3" marL="0" algn="r">
              <a:spcBef>
                <a:spcPts val="0"/>
              </a:spcBef>
              <a:buNone/>
              <a:defRPr sz="700">
                <a:solidFill>
                  <a:schemeClr val="lt1"/>
                </a:solidFill>
                <a:latin typeface="Arial"/>
                <a:ea typeface="Arial"/>
                <a:cs typeface="Arial"/>
                <a:sym typeface="Arial"/>
              </a:defRPr>
            </a:lvl4pPr>
            <a:lvl5pPr indent="0" lvl="4" marL="0" algn="r">
              <a:spcBef>
                <a:spcPts val="0"/>
              </a:spcBef>
              <a:buNone/>
              <a:defRPr sz="700">
                <a:solidFill>
                  <a:schemeClr val="lt1"/>
                </a:solidFill>
                <a:latin typeface="Arial"/>
                <a:ea typeface="Arial"/>
                <a:cs typeface="Arial"/>
                <a:sym typeface="Arial"/>
              </a:defRPr>
            </a:lvl5pPr>
            <a:lvl6pPr indent="0" lvl="5" marL="0" algn="r">
              <a:spcBef>
                <a:spcPts val="0"/>
              </a:spcBef>
              <a:buNone/>
              <a:defRPr sz="700">
                <a:solidFill>
                  <a:schemeClr val="lt1"/>
                </a:solidFill>
                <a:latin typeface="Arial"/>
                <a:ea typeface="Arial"/>
                <a:cs typeface="Arial"/>
                <a:sym typeface="Arial"/>
              </a:defRPr>
            </a:lvl6pPr>
            <a:lvl7pPr indent="0" lvl="6" marL="0" algn="r">
              <a:spcBef>
                <a:spcPts val="0"/>
              </a:spcBef>
              <a:buNone/>
              <a:defRPr sz="700">
                <a:solidFill>
                  <a:schemeClr val="lt1"/>
                </a:solidFill>
                <a:latin typeface="Arial"/>
                <a:ea typeface="Arial"/>
                <a:cs typeface="Arial"/>
                <a:sym typeface="Arial"/>
              </a:defRPr>
            </a:lvl7pPr>
            <a:lvl8pPr indent="0" lvl="7" marL="0" algn="r">
              <a:spcBef>
                <a:spcPts val="0"/>
              </a:spcBef>
              <a:buNone/>
              <a:defRPr sz="700">
                <a:solidFill>
                  <a:schemeClr val="lt1"/>
                </a:solidFill>
                <a:latin typeface="Arial"/>
                <a:ea typeface="Arial"/>
                <a:cs typeface="Arial"/>
                <a:sym typeface="Arial"/>
              </a:defRPr>
            </a:lvl8pPr>
            <a:lvl9pPr indent="0" lvl="8" marL="0" algn="r">
              <a:spcBef>
                <a:spcPts val="0"/>
              </a:spcBef>
              <a:buNone/>
              <a:defRPr sz="7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374" name="Google Shape;374;p54"/>
          <p:cNvCxnSpPr/>
          <p:nvPr/>
        </p:nvCxnSpPr>
        <p:spPr>
          <a:xfrm>
            <a:off x="397764" y="3629748"/>
            <a:ext cx="8369400" cy="0"/>
          </a:xfrm>
          <a:prstGeom prst="straightConnector1">
            <a:avLst/>
          </a:prstGeom>
          <a:noFill/>
          <a:ln cap="flat" cmpd="sng" w="9525">
            <a:solidFill>
              <a:schemeClr val="lt2"/>
            </a:solidFill>
            <a:prstDash val="solid"/>
            <a:miter lim="800000"/>
            <a:headEnd len="sm" w="sm" type="none"/>
            <a:tailEnd len="sm" w="sm" type="none"/>
          </a:ln>
        </p:spPr>
      </p:cxnSp>
      <p:cxnSp>
        <p:nvCxnSpPr>
          <p:cNvPr id="375" name="Google Shape;375;p54"/>
          <p:cNvCxnSpPr/>
          <p:nvPr/>
        </p:nvCxnSpPr>
        <p:spPr>
          <a:xfrm>
            <a:off x="397764" y="4746448"/>
            <a:ext cx="8369400" cy="0"/>
          </a:xfrm>
          <a:prstGeom prst="straightConnector1">
            <a:avLst/>
          </a:prstGeom>
          <a:noFill/>
          <a:ln cap="flat" cmpd="sng" w="9525">
            <a:solidFill>
              <a:schemeClr val="lt2"/>
            </a:solidFill>
            <a:prstDash val="solid"/>
            <a:miter lim="800000"/>
            <a:headEnd len="sm" w="sm" type="none"/>
            <a:tailEnd len="sm" w="sm"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Large 3" showMasterSp="0">
  <p:cSld name="Number Large 3">
    <p:bg>
      <p:bgPr>
        <a:solidFill>
          <a:schemeClr val="lt1"/>
        </a:solidFill>
      </p:bgPr>
    </p:bg>
    <p:spTree>
      <p:nvGrpSpPr>
        <p:cNvPr id="376" name="Shape 376"/>
        <p:cNvGrpSpPr/>
        <p:nvPr/>
      </p:nvGrpSpPr>
      <p:grpSpPr>
        <a:xfrm>
          <a:off x="0" y="0"/>
          <a:ext cx="0" cy="0"/>
          <a:chOff x="0" y="0"/>
          <a:chExt cx="0" cy="0"/>
        </a:xfrm>
      </p:grpSpPr>
      <p:sp>
        <p:nvSpPr>
          <p:cNvPr id="377" name="Google Shape;377;p55"/>
          <p:cNvSpPr txBox="1"/>
          <p:nvPr>
            <p:ph type="title"/>
          </p:nvPr>
        </p:nvSpPr>
        <p:spPr>
          <a:xfrm>
            <a:off x="6278683" y="1255015"/>
            <a:ext cx="2465400" cy="2633100"/>
          </a:xfrm>
          <a:prstGeom prst="rect">
            <a:avLst/>
          </a:prstGeom>
          <a:noFill/>
          <a:ln>
            <a:noFill/>
          </a:ln>
        </p:spPr>
        <p:txBody>
          <a:bodyPr anchorCtr="0" anchor="ctr" bIns="34275" lIns="68575" spcFirstLastPara="1" rIns="68575" wrap="square" tIns="34275">
            <a:normAutofit/>
          </a:bodyPr>
          <a:lstStyle>
            <a:lvl1pPr lvl="0" algn="l">
              <a:lnSpc>
                <a:spcPct val="110000"/>
              </a:lnSpc>
              <a:spcBef>
                <a:spcPts val="0"/>
              </a:spcBef>
              <a:spcAft>
                <a:spcPts val="0"/>
              </a:spcAft>
              <a:buClr>
                <a:schemeClr val="dk1"/>
              </a:buClr>
              <a:buSzPts val="2100"/>
              <a:buFont typeface="Arial"/>
              <a:buNone/>
              <a:defRPr sz="2100" cap="none">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78" name="Google Shape;378;p55"/>
          <p:cNvSpPr txBox="1"/>
          <p:nvPr>
            <p:ph idx="1" type="body"/>
          </p:nvPr>
        </p:nvSpPr>
        <p:spPr>
          <a:xfrm>
            <a:off x="274319" y="996204"/>
            <a:ext cx="5584500" cy="3127200"/>
          </a:xfrm>
          <a:prstGeom prst="rect">
            <a:avLst/>
          </a:prstGeom>
          <a:noFill/>
          <a:ln>
            <a:noFill/>
          </a:ln>
        </p:spPr>
        <p:txBody>
          <a:bodyPr anchorCtr="0" anchor="ctr" bIns="34275" lIns="68575" spcFirstLastPara="1" rIns="68575" wrap="square" tIns="34275">
            <a:normAutofit/>
          </a:bodyPr>
          <a:lstStyle>
            <a:lvl1pPr indent="-228600" lvl="0" marL="457200" algn="ctr">
              <a:lnSpc>
                <a:spcPct val="110000"/>
              </a:lnSpc>
              <a:spcBef>
                <a:spcPts val="800"/>
              </a:spcBef>
              <a:spcAft>
                <a:spcPts val="0"/>
              </a:spcAft>
              <a:buClr>
                <a:schemeClr val="accent1"/>
              </a:buClr>
              <a:buSzPts val="17800"/>
              <a:buNone/>
              <a:defRPr sz="17800" cap="none">
                <a:solidFill>
                  <a:schemeClr val="accent1"/>
                </a:solidFill>
                <a:latin typeface="Open Sans"/>
                <a:ea typeface="Open Sans"/>
                <a:cs typeface="Open Sans"/>
                <a:sym typeface="Open Sans"/>
              </a:defRPr>
            </a:lvl1pPr>
            <a:lvl2pPr indent="-228600" lvl="1" marL="914400" algn="l">
              <a:lnSpc>
                <a:spcPct val="110000"/>
              </a:lnSpc>
              <a:spcBef>
                <a:spcPts val="400"/>
              </a:spcBef>
              <a:spcAft>
                <a:spcPts val="0"/>
              </a:spcAft>
              <a:buClr>
                <a:schemeClr val="lt1"/>
              </a:buClr>
              <a:buSzPts val="1800"/>
              <a:buNone/>
              <a:defRPr sz="1800" cap="none">
                <a:solidFill>
                  <a:schemeClr val="lt1"/>
                </a:solidFill>
              </a:defRPr>
            </a:lvl2pPr>
            <a:lvl3pPr indent="-228600" lvl="2" marL="1371600" algn="l">
              <a:lnSpc>
                <a:spcPct val="110000"/>
              </a:lnSpc>
              <a:spcBef>
                <a:spcPts val="400"/>
              </a:spcBef>
              <a:spcAft>
                <a:spcPts val="0"/>
              </a:spcAft>
              <a:buClr>
                <a:schemeClr val="lt1"/>
              </a:buClr>
              <a:buSzPts val="1500"/>
              <a:buNone/>
              <a:defRPr sz="1500" cap="none">
                <a:solidFill>
                  <a:schemeClr val="lt1"/>
                </a:solidFill>
              </a:defRPr>
            </a:lvl3pPr>
            <a:lvl4pPr indent="-228600" lvl="3" marL="1828800" algn="l">
              <a:lnSpc>
                <a:spcPct val="110000"/>
              </a:lnSpc>
              <a:spcBef>
                <a:spcPts val="400"/>
              </a:spcBef>
              <a:spcAft>
                <a:spcPts val="0"/>
              </a:spcAft>
              <a:buClr>
                <a:schemeClr val="lt1"/>
              </a:buClr>
              <a:buSzPts val="1400"/>
              <a:buNone/>
              <a:defRPr sz="1400" cap="none">
                <a:solidFill>
                  <a:schemeClr val="lt1"/>
                </a:solidFill>
              </a:defRPr>
            </a:lvl4pPr>
            <a:lvl5pPr indent="-228600" lvl="4" marL="2286000" algn="l">
              <a:lnSpc>
                <a:spcPct val="110000"/>
              </a:lnSpc>
              <a:spcBef>
                <a:spcPts val="400"/>
              </a:spcBef>
              <a:spcAft>
                <a:spcPts val="0"/>
              </a:spcAft>
              <a:buClr>
                <a:schemeClr val="lt1"/>
              </a:buClr>
              <a:buSzPts val="1200"/>
              <a:buNone/>
              <a:defRPr sz="1200" cap="none">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9" name="Google Shape;379;p55"/>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80" name="Google Shape;380;p55"/>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81" name="Google Shape;381;p55"/>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382" name="Google Shape;382;p55"/>
          <p:cNvCxnSpPr/>
          <p:nvPr/>
        </p:nvCxnSpPr>
        <p:spPr>
          <a:xfrm>
            <a:off x="387314" y="898853"/>
            <a:ext cx="8356500" cy="0"/>
          </a:xfrm>
          <a:prstGeom prst="straightConnector1">
            <a:avLst/>
          </a:prstGeom>
          <a:noFill/>
          <a:ln cap="flat" cmpd="sng" w="9525">
            <a:solidFill>
              <a:schemeClr val="dk1">
                <a:alpha val="25099"/>
              </a:schemeClr>
            </a:solidFill>
            <a:prstDash val="solid"/>
            <a:miter lim="800000"/>
            <a:headEnd len="sm" w="sm" type="none"/>
            <a:tailEnd len="sm" w="sm" type="none"/>
          </a:ln>
        </p:spPr>
      </p:cxnSp>
      <p:cxnSp>
        <p:nvCxnSpPr>
          <p:cNvPr id="383" name="Google Shape;383;p55"/>
          <p:cNvCxnSpPr/>
          <p:nvPr/>
        </p:nvCxnSpPr>
        <p:spPr>
          <a:xfrm>
            <a:off x="397764" y="4228718"/>
            <a:ext cx="83619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howMasterSp="0">
  <p:cSld name="Statement">
    <p:bg>
      <p:bgPr>
        <a:solidFill>
          <a:srgbClr val="B73A17"/>
        </a:solidFill>
      </p:bgPr>
    </p:bg>
    <p:spTree>
      <p:nvGrpSpPr>
        <p:cNvPr id="384" name="Shape 384"/>
        <p:cNvGrpSpPr/>
        <p:nvPr/>
      </p:nvGrpSpPr>
      <p:grpSpPr>
        <a:xfrm>
          <a:off x="0" y="0"/>
          <a:ext cx="0" cy="0"/>
          <a:chOff x="0" y="0"/>
          <a:chExt cx="0" cy="0"/>
        </a:xfrm>
      </p:grpSpPr>
      <p:sp>
        <p:nvSpPr>
          <p:cNvPr id="385" name="Google Shape;385;p56"/>
          <p:cNvSpPr txBox="1"/>
          <p:nvPr>
            <p:ph type="title"/>
          </p:nvPr>
        </p:nvSpPr>
        <p:spPr>
          <a:xfrm>
            <a:off x="459486" y="-850392"/>
            <a:ext cx="7989600" cy="6858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lt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6" name="Google Shape;386;p56"/>
          <p:cNvSpPr txBox="1"/>
          <p:nvPr>
            <p:ph idx="1" type="body"/>
          </p:nvPr>
        </p:nvSpPr>
        <p:spPr>
          <a:xfrm>
            <a:off x="308610" y="541782"/>
            <a:ext cx="8071800" cy="40941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5400"/>
              <a:buNone/>
              <a:defRPr sz="5400" cap="none">
                <a:latin typeface="Open Sans"/>
                <a:ea typeface="Open Sans"/>
                <a:cs typeface="Open Sans"/>
                <a:sym typeface="Open Sans"/>
              </a:defRPr>
            </a:lvl1pPr>
            <a:lvl2pPr indent="-228600" lvl="1" marL="914400" algn="l">
              <a:lnSpc>
                <a:spcPct val="90000"/>
              </a:lnSpc>
              <a:spcBef>
                <a:spcPts val="400"/>
              </a:spcBef>
              <a:spcAft>
                <a:spcPts val="0"/>
              </a:spcAft>
              <a:buClr>
                <a:schemeClr val="lt1"/>
              </a:buClr>
              <a:buSzPts val="5000"/>
              <a:buNone/>
              <a:defRPr sz="5000" cap="none">
                <a:latin typeface="Open Sans"/>
                <a:ea typeface="Open Sans"/>
                <a:cs typeface="Open Sans"/>
                <a:sym typeface="Open Sans"/>
              </a:defRPr>
            </a:lvl2pPr>
            <a:lvl3pPr indent="-228600" lvl="2" marL="1371600" algn="l">
              <a:lnSpc>
                <a:spcPct val="90000"/>
              </a:lnSpc>
              <a:spcBef>
                <a:spcPts val="400"/>
              </a:spcBef>
              <a:spcAft>
                <a:spcPts val="0"/>
              </a:spcAft>
              <a:buClr>
                <a:schemeClr val="lt1"/>
              </a:buClr>
              <a:buSzPts val="4500"/>
              <a:buNone/>
              <a:defRPr sz="4500" cap="none">
                <a:latin typeface="Open Sans"/>
                <a:ea typeface="Open Sans"/>
                <a:cs typeface="Open Sans"/>
                <a:sym typeface="Open Sans"/>
              </a:defRPr>
            </a:lvl3pPr>
            <a:lvl4pPr indent="-228600" lvl="3" marL="1828800" algn="l">
              <a:lnSpc>
                <a:spcPct val="90000"/>
              </a:lnSpc>
              <a:spcBef>
                <a:spcPts val="400"/>
              </a:spcBef>
              <a:spcAft>
                <a:spcPts val="0"/>
              </a:spcAft>
              <a:buClr>
                <a:schemeClr val="lt1"/>
              </a:buClr>
              <a:buSzPts val="4500"/>
              <a:buNone/>
              <a:defRPr sz="4500" cap="none">
                <a:latin typeface="Open Sans"/>
                <a:ea typeface="Open Sans"/>
                <a:cs typeface="Open Sans"/>
                <a:sym typeface="Open Sans"/>
              </a:defRPr>
            </a:lvl4pPr>
            <a:lvl5pPr indent="-228600" lvl="4" marL="2286000" algn="l">
              <a:lnSpc>
                <a:spcPct val="90000"/>
              </a:lnSpc>
              <a:spcBef>
                <a:spcPts val="400"/>
              </a:spcBef>
              <a:spcAft>
                <a:spcPts val="0"/>
              </a:spcAft>
              <a:buClr>
                <a:schemeClr val="lt1"/>
              </a:buClr>
              <a:buSzPts val="4500"/>
              <a:buNone/>
              <a:defRPr sz="4500" cap="none">
                <a:latin typeface="Open Sans"/>
                <a:ea typeface="Open Sans"/>
                <a:cs typeface="Open Sans"/>
                <a:sym typeface="Open Sans"/>
              </a:defRPr>
            </a:lvl5pPr>
            <a:lvl6pPr indent="-317500" lvl="5" marL="2743200" algn="l">
              <a:lnSpc>
                <a:spcPct val="90000"/>
              </a:lnSpc>
              <a:spcBef>
                <a:spcPts val="400"/>
              </a:spcBef>
              <a:spcAft>
                <a:spcPts val="0"/>
              </a:spcAft>
              <a:buClr>
                <a:schemeClr val="lt1"/>
              </a:buClr>
              <a:buSzPts val="1400"/>
              <a:buChar char="•"/>
              <a:defRPr/>
            </a:lvl6pPr>
            <a:lvl7pPr indent="-317500" lvl="6" marL="3200400" algn="l">
              <a:lnSpc>
                <a:spcPct val="90000"/>
              </a:lnSpc>
              <a:spcBef>
                <a:spcPts val="400"/>
              </a:spcBef>
              <a:spcAft>
                <a:spcPts val="0"/>
              </a:spcAft>
              <a:buClr>
                <a:schemeClr val="lt1"/>
              </a:buClr>
              <a:buSzPts val="1400"/>
              <a:buChar char="•"/>
              <a:defRPr/>
            </a:lvl7pPr>
            <a:lvl8pPr indent="-317500" lvl="7" marL="3657600" algn="l">
              <a:lnSpc>
                <a:spcPct val="90000"/>
              </a:lnSpc>
              <a:spcBef>
                <a:spcPts val="400"/>
              </a:spcBef>
              <a:spcAft>
                <a:spcPts val="0"/>
              </a:spcAft>
              <a:buClr>
                <a:schemeClr val="lt1"/>
              </a:buClr>
              <a:buSzPts val="1400"/>
              <a:buChar char="•"/>
              <a:defRPr/>
            </a:lvl8pPr>
            <a:lvl9pPr indent="-317500" lvl="8" marL="4114800" algn="l">
              <a:lnSpc>
                <a:spcPct val="90000"/>
              </a:lnSpc>
              <a:spcBef>
                <a:spcPts val="400"/>
              </a:spcBef>
              <a:spcAft>
                <a:spcPts val="0"/>
              </a:spcAft>
              <a:buClr>
                <a:schemeClr val="lt1"/>
              </a:buClr>
              <a:buSzPts val="1400"/>
              <a:buChar char="•"/>
              <a:defRPr/>
            </a:lvl9pPr>
          </a:lstStyle>
          <a:p/>
        </p:txBody>
      </p:sp>
      <p:sp>
        <p:nvSpPr>
          <p:cNvPr id="387" name="Google Shape;387;p56"/>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88" name="Google Shape;388;p56"/>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89" name="Google Shape;389;p56"/>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700">
                <a:solidFill>
                  <a:schemeClr val="lt1"/>
                </a:solidFill>
                <a:latin typeface="Arial"/>
                <a:ea typeface="Arial"/>
                <a:cs typeface="Arial"/>
                <a:sym typeface="Arial"/>
              </a:defRPr>
            </a:lvl1pPr>
            <a:lvl2pPr indent="0" lvl="1" marL="0" algn="r">
              <a:spcBef>
                <a:spcPts val="0"/>
              </a:spcBef>
              <a:buNone/>
              <a:defRPr sz="700">
                <a:solidFill>
                  <a:schemeClr val="lt1"/>
                </a:solidFill>
                <a:latin typeface="Arial"/>
                <a:ea typeface="Arial"/>
                <a:cs typeface="Arial"/>
                <a:sym typeface="Arial"/>
              </a:defRPr>
            </a:lvl2pPr>
            <a:lvl3pPr indent="0" lvl="2" marL="0" algn="r">
              <a:spcBef>
                <a:spcPts val="0"/>
              </a:spcBef>
              <a:buNone/>
              <a:defRPr sz="700">
                <a:solidFill>
                  <a:schemeClr val="lt1"/>
                </a:solidFill>
                <a:latin typeface="Arial"/>
                <a:ea typeface="Arial"/>
                <a:cs typeface="Arial"/>
                <a:sym typeface="Arial"/>
              </a:defRPr>
            </a:lvl3pPr>
            <a:lvl4pPr indent="0" lvl="3" marL="0" algn="r">
              <a:spcBef>
                <a:spcPts val="0"/>
              </a:spcBef>
              <a:buNone/>
              <a:defRPr sz="700">
                <a:solidFill>
                  <a:schemeClr val="lt1"/>
                </a:solidFill>
                <a:latin typeface="Arial"/>
                <a:ea typeface="Arial"/>
                <a:cs typeface="Arial"/>
                <a:sym typeface="Arial"/>
              </a:defRPr>
            </a:lvl4pPr>
            <a:lvl5pPr indent="0" lvl="4" marL="0" algn="r">
              <a:spcBef>
                <a:spcPts val="0"/>
              </a:spcBef>
              <a:buNone/>
              <a:defRPr sz="700">
                <a:solidFill>
                  <a:schemeClr val="lt1"/>
                </a:solidFill>
                <a:latin typeface="Arial"/>
                <a:ea typeface="Arial"/>
                <a:cs typeface="Arial"/>
                <a:sym typeface="Arial"/>
              </a:defRPr>
            </a:lvl5pPr>
            <a:lvl6pPr indent="0" lvl="5" marL="0" algn="r">
              <a:spcBef>
                <a:spcPts val="0"/>
              </a:spcBef>
              <a:buNone/>
              <a:defRPr sz="700">
                <a:solidFill>
                  <a:schemeClr val="lt1"/>
                </a:solidFill>
                <a:latin typeface="Arial"/>
                <a:ea typeface="Arial"/>
                <a:cs typeface="Arial"/>
                <a:sym typeface="Arial"/>
              </a:defRPr>
            </a:lvl6pPr>
            <a:lvl7pPr indent="0" lvl="6" marL="0" algn="r">
              <a:spcBef>
                <a:spcPts val="0"/>
              </a:spcBef>
              <a:buNone/>
              <a:defRPr sz="700">
                <a:solidFill>
                  <a:schemeClr val="lt1"/>
                </a:solidFill>
                <a:latin typeface="Arial"/>
                <a:ea typeface="Arial"/>
                <a:cs typeface="Arial"/>
                <a:sym typeface="Arial"/>
              </a:defRPr>
            </a:lvl7pPr>
            <a:lvl8pPr indent="0" lvl="7" marL="0" algn="r">
              <a:spcBef>
                <a:spcPts val="0"/>
              </a:spcBef>
              <a:buNone/>
              <a:defRPr sz="700">
                <a:solidFill>
                  <a:schemeClr val="lt1"/>
                </a:solidFill>
                <a:latin typeface="Arial"/>
                <a:ea typeface="Arial"/>
                <a:cs typeface="Arial"/>
                <a:sym typeface="Arial"/>
              </a:defRPr>
            </a:lvl8pPr>
            <a:lvl9pPr indent="0" lvl="8" marL="0" algn="r">
              <a:spcBef>
                <a:spcPts val="0"/>
              </a:spcBef>
              <a:buNone/>
              <a:defRPr sz="7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390" name="Google Shape;390;p56"/>
          <p:cNvCxnSpPr/>
          <p:nvPr/>
        </p:nvCxnSpPr>
        <p:spPr>
          <a:xfrm>
            <a:off x="397764" y="400050"/>
            <a:ext cx="8346300" cy="0"/>
          </a:xfrm>
          <a:prstGeom prst="straightConnector1">
            <a:avLst/>
          </a:prstGeom>
          <a:noFill/>
          <a:ln cap="flat" cmpd="sng" w="9525">
            <a:solidFill>
              <a:schemeClr val="lt1"/>
            </a:solidFill>
            <a:prstDash val="solid"/>
            <a:miter lim="800000"/>
            <a:headEnd len="sm" w="sm" type="none"/>
            <a:tailEnd len="sm" w="sm" type="none"/>
          </a:ln>
        </p:spPr>
      </p:cxnSp>
      <p:cxnSp>
        <p:nvCxnSpPr>
          <p:cNvPr id="391" name="Google Shape;391;p56"/>
          <p:cNvCxnSpPr/>
          <p:nvPr/>
        </p:nvCxnSpPr>
        <p:spPr>
          <a:xfrm>
            <a:off x="397764" y="4743450"/>
            <a:ext cx="8346300" cy="0"/>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showMasterSp="0">
  <p:cSld name="Statement 2">
    <p:bg>
      <p:bgPr>
        <a:solidFill>
          <a:schemeClr val="lt1"/>
        </a:solidFill>
      </p:bgPr>
    </p:bg>
    <p:spTree>
      <p:nvGrpSpPr>
        <p:cNvPr id="392" name="Shape 392"/>
        <p:cNvGrpSpPr/>
        <p:nvPr/>
      </p:nvGrpSpPr>
      <p:grpSpPr>
        <a:xfrm>
          <a:off x="0" y="0"/>
          <a:ext cx="0" cy="0"/>
          <a:chOff x="0" y="0"/>
          <a:chExt cx="0" cy="0"/>
        </a:xfrm>
      </p:grpSpPr>
      <p:sp>
        <p:nvSpPr>
          <p:cNvPr id="393" name="Google Shape;393;p57"/>
          <p:cNvSpPr txBox="1"/>
          <p:nvPr>
            <p:ph type="title"/>
          </p:nvPr>
        </p:nvSpPr>
        <p:spPr>
          <a:xfrm>
            <a:off x="459486" y="-850392"/>
            <a:ext cx="7989600" cy="6858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94" name="Google Shape;394;p57"/>
          <p:cNvSpPr txBox="1"/>
          <p:nvPr>
            <p:ph idx="1" type="body"/>
          </p:nvPr>
        </p:nvSpPr>
        <p:spPr>
          <a:xfrm>
            <a:off x="322811" y="538315"/>
            <a:ext cx="8069100" cy="40935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accent1"/>
              </a:buClr>
              <a:buSzPts val="5400"/>
              <a:buNone/>
              <a:defRPr b="0" sz="5400" cap="none">
                <a:solidFill>
                  <a:schemeClr val="accent1"/>
                </a:solidFill>
                <a:latin typeface="Open Sans"/>
                <a:ea typeface="Open Sans"/>
                <a:cs typeface="Open Sans"/>
                <a:sym typeface="Open Sans"/>
              </a:defRPr>
            </a:lvl1pPr>
            <a:lvl2pPr indent="-228600" lvl="1" marL="914400" algn="l">
              <a:lnSpc>
                <a:spcPct val="90000"/>
              </a:lnSpc>
              <a:spcBef>
                <a:spcPts val="800"/>
              </a:spcBef>
              <a:spcAft>
                <a:spcPts val="0"/>
              </a:spcAft>
              <a:buClr>
                <a:schemeClr val="accent1"/>
              </a:buClr>
              <a:buSzPts val="5000"/>
              <a:buNone/>
              <a:defRPr b="0" sz="5000" cap="none">
                <a:solidFill>
                  <a:schemeClr val="accent1"/>
                </a:solidFill>
                <a:latin typeface="Open Sans"/>
                <a:ea typeface="Open Sans"/>
                <a:cs typeface="Open Sans"/>
                <a:sym typeface="Open Sans"/>
              </a:defRPr>
            </a:lvl2pPr>
            <a:lvl3pPr indent="-228600" lvl="2" marL="1371600" algn="l">
              <a:lnSpc>
                <a:spcPct val="90000"/>
              </a:lnSpc>
              <a:spcBef>
                <a:spcPts val="800"/>
              </a:spcBef>
              <a:spcAft>
                <a:spcPts val="0"/>
              </a:spcAft>
              <a:buClr>
                <a:schemeClr val="accent1"/>
              </a:buClr>
              <a:buSzPts val="4500"/>
              <a:buNone/>
              <a:defRPr b="0" sz="4500" cap="none">
                <a:solidFill>
                  <a:schemeClr val="accent1"/>
                </a:solidFill>
                <a:latin typeface="Open Sans"/>
                <a:ea typeface="Open Sans"/>
                <a:cs typeface="Open Sans"/>
                <a:sym typeface="Open Sans"/>
              </a:defRPr>
            </a:lvl3pPr>
            <a:lvl4pPr indent="-228600" lvl="3" marL="1828800" algn="l">
              <a:lnSpc>
                <a:spcPct val="90000"/>
              </a:lnSpc>
              <a:spcBef>
                <a:spcPts val="800"/>
              </a:spcBef>
              <a:spcAft>
                <a:spcPts val="0"/>
              </a:spcAft>
              <a:buClr>
                <a:schemeClr val="accent1"/>
              </a:buClr>
              <a:buSzPts val="4500"/>
              <a:buNone/>
              <a:defRPr b="0" sz="4500" cap="none">
                <a:solidFill>
                  <a:schemeClr val="accent1"/>
                </a:solidFill>
                <a:latin typeface="Open Sans"/>
                <a:ea typeface="Open Sans"/>
                <a:cs typeface="Open Sans"/>
                <a:sym typeface="Open Sans"/>
              </a:defRPr>
            </a:lvl4pPr>
            <a:lvl5pPr indent="-228600" lvl="4" marL="2286000" algn="l">
              <a:lnSpc>
                <a:spcPct val="90000"/>
              </a:lnSpc>
              <a:spcBef>
                <a:spcPts val="800"/>
              </a:spcBef>
              <a:spcAft>
                <a:spcPts val="0"/>
              </a:spcAft>
              <a:buClr>
                <a:schemeClr val="accent1"/>
              </a:buClr>
              <a:buSzPts val="4500"/>
              <a:buNone/>
              <a:defRPr b="0" sz="4500" cap="none">
                <a:solidFill>
                  <a:schemeClr val="accent1"/>
                </a:solidFill>
                <a:latin typeface="Open Sans"/>
                <a:ea typeface="Open Sans"/>
                <a:cs typeface="Open Sans"/>
                <a:sym typeface="Open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5" name="Google Shape;395;p57"/>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96" name="Google Shape;396;p57"/>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97" name="Google Shape;397;p57"/>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398" name="Google Shape;398;p57"/>
          <p:cNvCxnSpPr/>
          <p:nvPr/>
        </p:nvCxnSpPr>
        <p:spPr>
          <a:xfrm>
            <a:off x="397764" y="397764"/>
            <a:ext cx="8346300" cy="0"/>
          </a:xfrm>
          <a:prstGeom prst="straightConnector1">
            <a:avLst/>
          </a:prstGeom>
          <a:noFill/>
          <a:ln cap="flat" cmpd="sng" w="9525">
            <a:solidFill>
              <a:schemeClr val="dk1">
                <a:alpha val="25099"/>
              </a:schemeClr>
            </a:solidFill>
            <a:prstDash val="solid"/>
            <a:miter lim="800000"/>
            <a:headEnd len="sm" w="sm" type="none"/>
            <a:tailEnd len="sm" w="sm" type="none"/>
          </a:ln>
        </p:spPr>
      </p:cxnSp>
      <p:cxnSp>
        <p:nvCxnSpPr>
          <p:cNvPr id="399" name="Google Shape;399;p57"/>
          <p:cNvCxnSpPr/>
          <p:nvPr/>
        </p:nvCxnSpPr>
        <p:spPr>
          <a:xfrm>
            <a:off x="397764" y="4743450"/>
            <a:ext cx="83463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showMasterSp="0">
  <p:cSld name="Statement 3">
    <p:bg>
      <p:bgPr>
        <a:solidFill>
          <a:schemeClr val="lt1"/>
        </a:solidFill>
      </p:bgPr>
    </p:bg>
    <p:spTree>
      <p:nvGrpSpPr>
        <p:cNvPr id="400" name="Shape 400"/>
        <p:cNvGrpSpPr/>
        <p:nvPr/>
      </p:nvGrpSpPr>
      <p:grpSpPr>
        <a:xfrm>
          <a:off x="0" y="0"/>
          <a:ext cx="0" cy="0"/>
          <a:chOff x="0" y="0"/>
          <a:chExt cx="0" cy="0"/>
        </a:xfrm>
      </p:grpSpPr>
      <p:sp>
        <p:nvSpPr>
          <p:cNvPr id="401" name="Google Shape;401;p58"/>
          <p:cNvSpPr txBox="1"/>
          <p:nvPr>
            <p:ph type="title"/>
          </p:nvPr>
        </p:nvSpPr>
        <p:spPr>
          <a:xfrm>
            <a:off x="459486" y="-850392"/>
            <a:ext cx="7989600" cy="6858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02" name="Google Shape;402;p58"/>
          <p:cNvSpPr txBox="1"/>
          <p:nvPr>
            <p:ph idx="1" type="body"/>
          </p:nvPr>
        </p:nvSpPr>
        <p:spPr>
          <a:xfrm>
            <a:off x="1087868" y="1371604"/>
            <a:ext cx="6968400" cy="2349300"/>
          </a:xfrm>
          <a:prstGeom prst="rect">
            <a:avLst/>
          </a:prstGeom>
          <a:noFill/>
          <a:ln>
            <a:noFill/>
          </a:ln>
        </p:spPr>
        <p:txBody>
          <a:bodyPr anchorCtr="0" anchor="ctr" bIns="34275" lIns="68575" spcFirstLastPara="1" rIns="68575" wrap="square" tIns="34275">
            <a:normAutofit/>
          </a:bodyPr>
          <a:lstStyle>
            <a:lvl1pPr indent="-228600" lvl="0" marL="457200" algn="ctr">
              <a:lnSpc>
                <a:spcPct val="100000"/>
              </a:lnSpc>
              <a:spcBef>
                <a:spcPts val="800"/>
              </a:spcBef>
              <a:spcAft>
                <a:spcPts val="0"/>
              </a:spcAft>
              <a:buClr>
                <a:schemeClr val="accent1"/>
              </a:buClr>
              <a:buSzPts val="4100"/>
              <a:buNone/>
              <a:defRPr b="0" sz="4100">
                <a:solidFill>
                  <a:schemeClr val="accent1"/>
                </a:solidFill>
              </a:defRPr>
            </a:lvl1pPr>
            <a:lvl2pPr indent="-228600" lvl="1" marL="914400" algn="ctr">
              <a:lnSpc>
                <a:spcPct val="100000"/>
              </a:lnSpc>
              <a:spcBef>
                <a:spcPts val="400"/>
              </a:spcBef>
              <a:spcAft>
                <a:spcPts val="0"/>
              </a:spcAft>
              <a:buClr>
                <a:schemeClr val="accent1"/>
              </a:buClr>
              <a:buSzPts val="3600"/>
              <a:buNone/>
              <a:defRPr b="0" sz="3600">
                <a:solidFill>
                  <a:schemeClr val="accent1"/>
                </a:solidFill>
              </a:defRPr>
            </a:lvl2pPr>
            <a:lvl3pPr indent="-228600" lvl="2" marL="1371600" algn="ctr">
              <a:lnSpc>
                <a:spcPct val="100000"/>
              </a:lnSpc>
              <a:spcBef>
                <a:spcPts val="400"/>
              </a:spcBef>
              <a:spcAft>
                <a:spcPts val="0"/>
              </a:spcAft>
              <a:buClr>
                <a:schemeClr val="accent1"/>
              </a:buClr>
              <a:buSzPts val="3300"/>
              <a:buNone/>
              <a:defRPr b="0" sz="3300">
                <a:solidFill>
                  <a:schemeClr val="accent1"/>
                </a:solidFill>
              </a:defRPr>
            </a:lvl3pPr>
            <a:lvl4pPr indent="-228600" lvl="3" marL="1828800" algn="ctr">
              <a:lnSpc>
                <a:spcPct val="100000"/>
              </a:lnSpc>
              <a:spcBef>
                <a:spcPts val="400"/>
              </a:spcBef>
              <a:spcAft>
                <a:spcPts val="0"/>
              </a:spcAft>
              <a:buClr>
                <a:schemeClr val="accent1"/>
              </a:buClr>
              <a:buSzPts val="3000"/>
              <a:buNone/>
              <a:defRPr b="0" sz="3000">
                <a:solidFill>
                  <a:schemeClr val="accent1"/>
                </a:solidFill>
              </a:defRPr>
            </a:lvl4pPr>
            <a:lvl5pPr indent="-228600" lvl="4" marL="2286000" algn="ctr">
              <a:lnSpc>
                <a:spcPct val="100000"/>
              </a:lnSpc>
              <a:spcBef>
                <a:spcPts val="400"/>
              </a:spcBef>
              <a:spcAft>
                <a:spcPts val="0"/>
              </a:spcAft>
              <a:buClr>
                <a:schemeClr val="accent1"/>
              </a:buClr>
              <a:buSzPts val="2700"/>
              <a:buNone/>
              <a:defRPr b="0" sz="2700">
                <a:solidFill>
                  <a:schemeClr val="accen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3" name="Google Shape;403;p58"/>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04" name="Google Shape;404;p58"/>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05" name="Google Shape;405;p58"/>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406" name="Google Shape;406;p58"/>
          <p:cNvCxnSpPr/>
          <p:nvPr/>
        </p:nvCxnSpPr>
        <p:spPr>
          <a:xfrm>
            <a:off x="1054222" y="873200"/>
            <a:ext cx="7040100" cy="0"/>
          </a:xfrm>
          <a:prstGeom prst="straightConnector1">
            <a:avLst/>
          </a:prstGeom>
          <a:noFill/>
          <a:ln cap="flat" cmpd="sng" w="9525">
            <a:solidFill>
              <a:schemeClr val="dk1">
                <a:alpha val="25099"/>
              </a:schemeClr>
            </a:solidFill>
            <a:prstDash val="solid"/>
            <a:miter lim="800000"/>
            <a:headEnd len="sm" w="sm" type="none"/>
            <a:tailEnd len="sm" w="sm" type="none"/>
          </a:ln>
        </p:spPr>
      </p:cxnSp>
      <p:cxnSp>
        <p:nvCxnSpPr>
          <p:cNvPr id="407" name="Google Shape;407;p58"/>
          <p:cNvCxnSpPr/>
          <p:nvPr/>
        </p:nvCxnSpPr>
        <p:spPr>
          <a:xfrm>
            <a:off x="1049768" y="4270299"/>
            <a:ext cx="70401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bg>
      <p:bgPr>
        <a:solidFill>
          <a:schemeClr val="lt1"/>
        </a:solidFill>
      </p:bgPr>
    </p:bg>
    <p:spTree>
      <p:nvGrpSpPr>
        <p:cNvPr id="408" name="Shape 408"/>
        <p:cNvGrpSpPr/>
        <p:nvPr/>
      </p:nvGrpSpPr>
      <p:grpSpPr>
        <a:xfrm>
          <a:off x="0" y="0"/>
          <a:ext cx="0" cy="0"/>
          <a:chOff x="0" y="0"/>
          <a:chExt cx="0" cy="0"/>
        </a:xfrm>
      </p:grpSpPr>
      <p:sp>
        <p:nvSpPr>
          <p:cNvPr id="409" name="Google Shape;409;p59"/>
          <p:cNvSpPr txBox="1"/>
          <p:nvPr>
            <p:ph type="title"/>
          </p:nvPr>
        </p:nvSpPr>
        <p:spPr>
          <a:xfrm>
            <a:off x="1019823" y="4114800"/>
            <a:ext cx="7104300" cy="7047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Font typeface="Open Sans"/>
              <a:buNone/>
              <a:defRPr sz="1400" cap="none">
                <a:latin typeface="Open Sans"/>
                <a:ea typeface="Open Sans"/>
                <a:cs typeface="Open Sans"/>
                <a:sym typeface="Open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10" name="Google Shape;410;p59"/>
          <p:cNvSpPr txBox="1"/>
          <p:nvPr>
            <p:ph idx="1" type="body"/>
          </p:nvPr>
        </p:nvSpPr>
        <p:spPr>
          <a:xfrm>
            <a:off x="1019821" y="500633"/>
            <a:ext cx="7060200" cy="3008100"/>
          </a:xfrm>
          <a:prstGeom prst="rect">
            <a:avLst/>
          </a:prstGeom>
          <a:noFill/>
          <a:ln>
            <a:noFill/>
          </a:ln>
        </p:spPr>
        <p:txBody>
          <a:bodyPr anchorCtr="0" anchor="ctr" bIns="34275" lIns="68575" spcFirstLastPara="1" rIns="68575" wrap="square" tIns="34275">
            <a:normAutofit/>
          </a:bodyPr>
          <a:lstStyle>
            <a:lvl1pPr indent="-228600" lvl="0" marL="457200" algn="ctr">
              <a:lnSpc>
                <a:spcPct val="100000"/>
              </a:lnSpc>
              <a:spcBef>
                <a:spcPts val="800"/>
              </a:spcBef>
              <a:spcAft>
                <a:spcPts val="0"/>
              </a:spcAft>
              <a:buClr>
                <a:schemeClr val="accent1"/>
              </a:buClr>
              <a:buSzPts val="3300"/>
              <a:buNone/>
              <a:defRPr b="0" sz="3300" cap="none">
                <a:solidFill>
                  <a:schemeClr val="accent1"/>
                </a:solidFill>
                <a:latin typeface="Arial"/>
                <a:ea typeface="Arial"/>
                <a:cs typeface="Arial"/>
                <a:sym typeface="Arial"/>
              </a:defRPr>
            </a:lvl1pPr>
            <a:lvl2pPr indent="-228600" lvl="1" marL="914400" algn="ctr">
              <a:lnSpc>
                <a:spcPct val="100000"/>
              </a:lnSpc>
              <a:spcBef>
                <a:spcPts val="400"/>
              </a:spcBef>
              <a:spcAft>
                <a:spcPts val="0"/>
              </a:spcAft>
              <a:buClr>
                <a:schemeClr val="accent1"/>
              </a:buClr>
              <a:buSzPts val="3000"/>
              <a:buNone/>
              <a:defRPr b="0" sz="3000" cap="none">
                <a:solidFill>
                  <a:schemeClr val="accent1"/>
                </a:solidFill>
                <a:latin typeface="Arial"/>
                <a:ea typeface="Arial"/>
                <a:cs typeface="Arial"/>
                <a:sym typeface="Arial"/>
              </a:defRPr>
            </a:lvl2pPr>
            <a:lvl3pPr indent="-228600" lvl="2" marL="1371600" algn="ctr">
              <a:lnSpc>
                <a:spcPct val="100000"/>
              </a:lnSpc>
              <a:spcBef>
                <a:spcPts val="400"/>
              </a:spcBef>
              <a:spcAft>
                <a:spcPts val="0"/>
              </a:spcAft>
              <a:buClr>
                <a:schemeClr val="accent1"/>
              </a:buClr>
              <a:buSzPts val="2700"/>
              <a:buNone/>
              <a:defRPr b="0" sz="2700" cap="none">
                <a:solidFill>
                  <a:schemeClr val="accent1"/>
                </a:solidFill>
                <a:latin typeface="Arial"/>
                <a:ea typeface="Arial"/>
                <a:cs typeface="Arial"/>
                <a:sym typeface="Arial"/>
              </a:defRPr>
            </a:lvl3pPr>
            <a:lvl4pPr indent="-228600" lvl="3" marL="1828800" algn="ctr">
              <a:lnSpc>
                <a:spcPct val="100000"/>
              </a:lnSpc>
              <a:spcBef>
                <a:spcPts val="400"/>
              </a:spcBef>
              <a:spcAft>
                <a:spcPts val="0"/>
              </a:spcAft>
              <a:buClr>
                <a:schemeClr val="accent1"/>
              </a:buClr>
              <a:buSzPts val="2400"/>
              <a:buNone/>
              <a:defRPr b="0" sz="2400" cap="none">
                <a:solidFill>
                  <a:schemeClr val="accent1"/>
                </a:solidFill>
                <a:latin typeface="Arial"/>
                <a:ea typeface="Arial"/>
                <a:cs typeface="Arial"/>
                <a:sym typeface="Arial"/>
              </a:defRPr>
            </a:lvl4pPr>
            <a:lvl5pPr indent="-228600" lvl="4" marL="2286000" algn="ctr">
              <a:lnSpc>
                <a:spcPct val="100000"/>
              </a:lnSpc>
              <a:spcBef>
                <a:spcPts val="400"/>
              </a:spcBef>
              <a:spcAft>
                <a:spcPts val="0"/>
              </a:spcAft>
              <a:buClr>
                <a:schemeClr val="accent1"/>
              </a:buClr>
              <a:buSzPts val="2100"/>
              <a:buNone/>
              <a:defRPr b="0" sz="2100" cap="none">
                <a:solidFill>
                  <a:schemeClr val="accent1"/>
                </a:solidFill>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1" name="Google Shape;411;p59"/>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12" name="Google Shape;412;p59"/>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13" name="Google Shape;413;p59"/>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414" name="Google Shape;414;p59"/>
          <p:cNvCxnSpPr/>
          <p:nvPr/>
        </p:nvCxnSpPr>
        <p:spPr>
          <a:xfrm>
            <a:off x="1049768" y="3884019"/>
            <a:ext cx="70401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showMasterSp="0">
  <p:cSld name="Quote 2">
    <p:bg>
      <p:bgPr>
        <a:solidFill>
          <a:schemeClr val="lt1"/>
        </a:solidFill>
      </p:bgPr>
    </p:bg>
    <p:spTree>
      <p:nvGrpSpPr>
        <p:cNvPr id="415" name="Shape 415"/>
        <p:cNvGrpSpPr/>
        <p:nvPr/>
      </p:nvGrpSpPr>
      <p:grpSpPr>
        <a:xfrm>
          <a:off x="0" y="0"/>
          <a:ext cx="0" cy="0"/>
          <a:chOff x="0" y="0"/>
          <a:chExt cx="0" cy="0"/>
        </a:xfrm>
      </p:grpSpPr>
      <p:sp>
        <p:nvSpPr>
          <p:cNvPr id="416" name="Google Shape;416;p60"/>
          <p:cNvSpPr txBox="1"/>
          <p:nvPr>
            <p:ph type="title"/>
          </p:nvPr>
        </p:nvSpPr>
        <p:spPr>
          <a:xfrm>
            <a:off x="411481" y="4067095"/>
            <a:ext cx="6637500" cy="5724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dk1"/>
              </a:buClr>
              <a:buSzPts val="1500"/>
              <a:buFont typeface="Open Sans"/>
              <a:buNone/>
              <a:defRPr sz="1500" cap="none">
                <a:solidFill>
                  <a:schemeClr val="dk1"/>
                </a:solidFill>
                <a:latin typeface="Open Sans"/>
                <a:ea typeface="Open Sans"/>
                <a:cs typeface="Open Sans"/>
                <a:sym typeface="Open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17" name="Google Shape;417;p60"/>
          <p:cNvSpPr txBox="1"/>
          <p:nvPr>
            <p:ph idx="1" type="body"/>
          </p:nvPr>
        </p:nvSpPr>
        <p:spPr>
          <a:xfrm>
            <a:off x="311285" y="273241"/>
            <a:ext cx="6737400" cy="32850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Clr>
                <a:schemeClr val="accent1"/>
              </a:buClr>
              <a:buSzPts val="4100"/>
              <a:buNone/>
              <a:defRPr b="0" sz="4100" cap="none">
                <a:solidFill>
                  <a:schemeClr val="accent1"/>
                </a:solidFill>
                <a:latin typeface="Arial"/>
                <a:ea typeface="Arial"/>
                <a:cs typeface="Arial"/>
                <a:sym typeface="Arial"/>
              </a:defRPr>
            </a:lvl1pPr>
            <a:lvl2pPr indent="-228600" lvl="1" marL="914400" algn="l">
              <a:lnSpc>
                <a:spcPct val="120000"/>
              </a:lnSpc>
              <a:spcBef>
                <a:spcPts val="400"/>
              </a:spcBef>
              <a:spcAft>
                <a:spcPts val="0"/>
              </a:spcAft>
              <a:buClr>
                <a:schemeClr val="dk1"/>
              </a:buClr>
              <a:buSzPts val="1200"/>
              <a:buNone/>
              <a:defRPr b="0" sz="1200" cap="none">
                <a:solidFill>
                  <a:schemeClr val="dk1"/>
                </a:solidFill>
                <a:latin typeface="Open Sans"/>
                <a:ea typeface="Open Sans"/>
                <a:cs typeface="Open Sans"/>
                <a:sym typeface="Open Sans"/>
              </a:defRPr>
            </a:lvl2pPr>
            <a:lvl3pPr indent="-228600" lvl="2" marL="1371600" algn="l">
              <a:lnSpc>
                <a:spcPct val="120000"/>
              </a:lnSpc>
              <a:spcBef>
                <a:spcPts val="400"/>
              </a:spcBef>
              <a:spcAft>
                <a:spcPts val="0"/>
              </a:spcAft>
              <a:buClr>
                <a:schemeClr val="dk1"/>
              </a:buClr>
              <a:buSzPts val="1100"/>
              <a:buNone/>
              <a:defRPr b="0" sz="1100" cap="none">
                <a:solidFill>
                  <a:schemeClr val="dk1"/>
                </a:solidFill>
                <a:latin typeface="Open Sans"/>
                <a:ea typeface="Open Sans"/>
                <a:cs typeface="Open Sans"/>
                <a:sym typeface="Open Sans"/>
              </a:defRPr>
            </a:lvl3pPr>
            <a:lvl4pPr indent="-228600" lvl="3" marL="1828800" algn="l">
              <a:lnSpc>
                <a:spcPct val="120000"/>
              </a:lnSpc>
              <a:spcBef>
                <a:spcPts val="400"/>
              </a:spcBef>
              <a:spcAft>
                <a:spcPts val="0"/>
              </a:spcAft>
              <a:buClr>
                <a:schemeClr val="dk1"/>
              </a:buClr>
              <a:buSzPts val="900"/>
              <a:buNone/>
              <a:defRPr b="0" sz="900" cap="none">
                <a:solidFill>
                  <a:schemeClr val="dk1"/>
                </a:solidFill>
                <a:latin typeface="Open Sans"/>
                <a:ea typeface="Open Sans"/>
                <a:cs typeface="Open Sans"/>
                <a:sym typeface="Open Sans"/>
              </a:defRPr>
            </a:lvl4pPr>
            <a:lvl5pPr indent="-228600" lvl="4" marL="2286000" algn="l">
              <a:lnSpc>
                <a:spcPct val="120000"/>
              </a:lnSpc>
              <a:spcBef>
                <a:spcPts val="400"/>
              </a:spcBef>
              <a:spcAft>
                <a:spcPts val="0"/>
              </a:spcAft>
              <a:buClr>
                <a:schemeClr val="dk1"/>
              </a:buClr>
              <a:buSzPts val="800"/>
              <a:buNone/>
              <a:defRPr b="0" sz="800" cap="none">
                <a:solidFill>
                  <a:schemeClr val="dk1"/>
                </a:solidFill>
                <a:latin typeface="Open Sans"/>
                <a:ea typeface="Open Sans"/>
                <a:cs typeface="Open Sans"/>
                <a:sym typeface="Open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8" name="Google Shape;418;p60"/>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19" name="Google Shape;419;p60"/>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0" name="Google Shape;420;p60"/>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421" name="Google Shape;421;p60"/>
          <p:cNvCxnSpPr/>
          <p:nvPr/>
        </p:nvCxnSpPr>
        <p:spPr>
          <a:xfrm>
            <a:off x="397764" y="3888318"/>
            <a:ext cx="8356500" cy="0"/>
          </a:xfrm>
          <a:prstGeom prst="straightConnector1">
            <a:avLst/>
          </a:prstGeom>
          <a:noFill/>
          <a:ln cap="flat" cmpd="sng" w="9525">
            <a:solidFill>
              <a:schemeClr val="dk1">
                <a:alpha val="25099"/>
              </a:schemeClr>
            </a:solidFill>
            <a:prstDash val="solid"/>
            <a:miter lim="800000"/>
            <a:headEnd len="sm" w="sm" type="none"/>
            <a:tailEnd len="sm" w="sm" type="none"/>
          </a:ln>
        </p:spPr>
      </p:cxnSp>
      <p:cxnSp>
        <p:nvCxnSpPr>
          <p:cNvPr id="422" name="Google Shape;422;p60"/>
          <p:cNvCxnSpPr/>
          <p:nvPr/>
        </p:nvCxnSpPr>
        <p:spPr>
          <a:xfrm>
            <a:off x="397764" y="4744775"/>
            <a:ext cx="83667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3" showMasterSp="0">
  <p:cSld name="Quote 3">
    <p:bg>
      <p:bgPr>
        <a:solidFill>
          <a:schemeClr val="lt1"/>
        </a:solidFill>
      </p:bgPr>
    </p:bg>
    <p:spTree>
      <p:nvGrpSpPr>
        <p:cNvPr id="423" name="Shape 423"/>
        <p:cNvGrpSpPr/>
        <p:nvPr/>
      </p:nvGrpSpPr>
      <p:grpSpPr>
        <a:xfrm>
          <a:off x="0" y="0"/>
          <a:ext cx="0" cy="0"/>
          <a:chOff x="0" y="0"/>
          <a:chExt cx="0" cy="0"/>
        </a:xfrm>
      </p:grpSpPr>
      <p:sp>
        <p:nvSpPr>
          <p:cNvPr id="424" name="Google Shape;424;p61"/>
          <p:cNvSpPr txBox="1"/>
          <p:nvPr>
            <p:ph type="title"/>
          </p:nvPr>
        </p:nvSpPr>
        <p:spPr>
          <a:xfrm>
            <a:off x="697726" y="4008812"/>
            <a:ext cx="7682700" cy="636000"/>
          </a:xfrm>
          <a:prstGeom prst="rect">
            <a:avLst/>
          </a:prstGeom>
          <a:noFill/>
          <a:ln>
            <a:noFill/>
          </a:ln>
        </p:spPr>
        <p:txBody>
          <a:bodyPr anchorCtr="0" anchor="ctr" bIns="34275" lIns="68575" spcFirstLastPara="1" rIns="68575" wrap="square" tIns="34275">
            <a:normAutofit/>
          </a:bodyPr>
          <a:lstStyle>
            <a:lvl1pPr lvl="0" algn="ctr">
              <a:lnSpc>
                <a:spcPct val="110000"/>
              </a:lnSpc>
              <a:spcBef>
                <a:spcPts val="0"/>
              </a:spcBef>
              <a:spcAft>
                <a:spcPts val="0"/>
              </a:spcAft>
              <a:buClr>
                <a:schemeClr val="accent1"/>
              </a:buClr>
              <a:buSzPts val="1400"/>
              <a:buFont typeface="Arial"/>
              <a:buNone/>
              <a:defRPr sz="1400" cap="none">
                <a:solidFill>
                  <a:schemeClr val="accen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25" name="Google Shape;425;p61"/>
          <p:cNvSpPr txBox="1"/>
          <p:nvPr>
            <p:ph idx="1" type="body"/>
          </p:nvPr>
        </p:nvSpPr>
        <p:spPr>
          <a:xfrm>
            <a:off x="697727" y="713523"/>
            <a:ext cx="7682700" cy="2845800"/>
          </a:xfrm>
          <a:prstGeom prst="rect">
            <a:avLst/>
          </a:prstGeom>
          <a:noFill/>
          <a:ln>
            <a:noFill/>
          </a:ln>
        </p:spPr>
        <p:txBody>
          <a:bodyPr anchorCtr="0" anchor="ctr" bIns="34275" lIns="68575" spcFirstLastPara="1" rIns="68575" wrap="square" tIns="34275">
            <a:normAutofit/>
          </a:bodyPr>
          <a:lstStyle>
            <a:lvl1pPr indent="-228600" lvl="0" marL="457200" algn="ctr">
              <a:lnSpc>
                <a:spcPct val="120000"/>
              </a:lnSpc>
              <a:spcBef>
                <a:spcPts val="800"/>
              </a:spcBef>
              <a:spcAft>
                <a:spcPts val="0"/>
              </a:spcAft>
              <a:buClr>
                <a:schemeClr val="dk1"/>
              </a:buClr>
              <a:buSzPts val="3300"/>
              <a:buNone/>
              <a:defRPr b="0" sz="3300" cap="none">
                <a:solidFill>
                  <a:schemeClr val="dk1"/>
                </a:solidFill>
                <a:latin typeface="Open Sans"/>
                <a:ea typeface="Open Sans"/>
                <a:cs typeface="Open Sans"/>
                <a:sym typeface="Open Sans"/>
              </a:defRPr>
            </a:lvl1pPr>
            <a:lvl2pPr indent="-228600" lvl="1" marL="914400" algn="l">
              <a:lnSpc>
                <a:spcPct val="120000"/>
              </a:lnSpc>
              <a:spcBef>
                <a:spcPts val="400"/>
              </a:spcBef>
              <a:spcAft>
                <a:spcPts val="0"/>
              </a:spcAft>
              <a:buClr>
                <a:schemeClr val="accent1"/>
              </a:buClr>
              <a:buSzPts val="3300"/>
              <a:buNone/>
              <a:defRPr b="0" sz="3300" cap="none">
                <a:solidFill>
                  <a:schemeClr val="accent1"/>
                </a:solidFill>
                <a:latin typeface="Open Sans"/>
                <a:ea typeface="Open Sans"/>
                <a:cs typeface="Open Sans"/>
                <a:sym typeface="Open Sans"/>
              </a:defRPr>
            </a:lvl2pPr>
            <a:lvl3pPr indent="-228600" lvl="2" marL="1371600" algn="l">
              <a:lnSpc>
                <a:spcPct val="120000"/>
              </a:lnSpc>
              <a:spcBef>
                <a:spcPts val="400"/>
              </a:spcBef>
              <a:spcAft>
                <a:spcPts val="0"/>
              </a:spcAft>
              <a:buClr>
                <a:schemeClr val="accent1"/>
              </a:buClr>
              <a:buSzPts val="3300"/>
              <a:buNone/>
              <a:defRPr b="0" sz="3300" cap="none">
                <a:solidFill>
                  <a:schemeClr val="accent1"/>
                </a:solidFill>
                <a:latin typeface="Open Sans"/>
                <a:ea typeface="Open Sans"/>
                <a:cs typeface="Open Sans"/>
                <a:sym typeface="Open Sans"/>
              </a:defRPr>
            </a:lvl3pPr>
            <a:lvl4pPr indent="-228600" lvl="3" marL="1828800" algn="l">
              <a:lnSpc>
                <a:spcPct val="120000"/>
              </a:lnSpc>
              <a:spcBef>
                <a:spcPts val="400"/>
              </a:spcBef>
              <a:spcAft>
                <a:spcPts val="0"/>
              </a:spcAft>
              <a:buClr>
                <a:schemeClr val="accent1"/>
              </a:buClr>
              <a:buSzPts val="3300"/>
              <a:buNone/>
              <a:defRPr b="0" sz="3300" cap="none">
                <a:solidFill>
                  <a:schemeClr val="accent1"/>
                </a:solidFill>
                <a:latin typeface="Open Sans"/>
                <a:ea typeface="Open Sans"/>
                <a:cs typeface="Open Sans"/>
                <a:sym typeface="Open Sans"/>
              </a:defRPr>
            </a:lvl4pPr>
            <a:lvl5pPr indent="-228600" lvl="4" marL="2286000" algn="l">
              <a:lnSpc>
                <a:spcPct val="120000"/>
              </a:lnSpc>
              <a:spcBef>
                <a:spcPts val="400"/>
              </a:spcBef>
              <a:spcAft>
                <a:spcPts val="0"/>
              </a:spcAft>
              <a:buClr>
                <a:schemeClr val="accent1"/>
              </a:buClr>
              <a:buSzPts val="3300"/>
              <a:buNone/>
              <a:defRPr b="0" sz="3300" cap="none">
                <a:solidFill>
                  <a:schemeClr val="accent1"/>
                </a:solidFill>
                <a:latin typeface="Open Sans"/>
                <a:ea typeface="Open Sans"/>
                <a:cs typeface="Open Sans"/>
                <a:sym typeface="Open Sans"/>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6" name="Google Shape;426;p61"/>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7" name="Google Shape;427;p61"/>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8" name="Google Shape;428;p61"/>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429" name="Google Shape;429;p61"/>
          <p:cNvCxnSpPr/>
          <p:nvPr/>
        </p:nvCxnSpPr>
        <p:spPr>
          <a:xfrm>
            <a:off x="393682" y="400050"/>
            <a:ext cx="8356500" cy="0"/>
          </a:xfrm>
          <a:prstGeom prst="straightConnector1">
            <a:avLst/>
          </a:prstGeom>
          <a:noFill/>
          <a:ln cap="flat" cmpd="sng" w="9525">
            <a:solidFill>
              <a:schemeClr val="dk1">
                <a:alpha val="25099"/>
              </a:schemeClr>
            </a:solidFill>
            <a:prstDash val="solid"/>
            <a:miter lim="800000"/>
            <a:headEnd len="sm" w="sm" type="none"/>
            <a:tailEnd len="sm" w="sm" type="none"/>
          </a:ln>
        </p:spPr>
      </p:cxnSp>
      <p:cxnSp>
        <p:nvCxnSpPr>
          <p:cNvPr id="430" name="Google Shape;430;p61"/>
          <p:cNvCxnSpPr/>
          <p:nvPr/>
        </p:nvCxnSpPr>
        <p:spPr>
          <a:xfrm>
            <a:off x="387314" y="3888318"/>
            <a:ext cx="8356500" cy="0"/>
          </a:xfrm>
          <a:prstGeom prst="straightConnector1">
            <a:avLst/>
          </a:prstGeom>
          <a:noFill/>
          <a:ln cap="flat" cmpd="sng" w="9525">
            <a:solidFill>
              <a:schemeClr val="dk1">
                <a:alpha val="25099"/>
              </a:schemeClr>
            </a:solidFill>
            <a:prstDash val="solid"/>
            <a:miter lim="800000"/>
            <a:headEnd len="sm" w="sm" type="none"/>
            <a:tailEnd len="sm" w="sm" type="none"/>
          </a:ln>
        </p:spPr>
      </p:cxnSp>
      <p:cxnSp>
        <p:nvCxnSpPr>
          <p:cNvPr id="431" name="Google Shape;431;p61"/>
          <p:cNvCxnSpPr/>
          <p:nvPr/>
        </p:nvCxnSpPr>
        <p:spPr>
          <a:xfrm>
            <a:off x="380946" y="4743450"/>
            <a:ext cx="83694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4" showMasterSp="0">
  <p:cSld name="Quote 4">
    <p:bg>
      <p:bgPr>
        <a:solidFill>
          <a:srgbClr val="B73A17"/>
        </a:solidFill>
      </p:bgPr>
    </p:bg>
    <p:spTree>
      <p:nvGrpSpPr>
        <p:cNvPr id="432" name="Shape 432"/>
        <p:cNvGrpSpPr/>
        <p:nvPr/>
      </p:nvGrpSpPr>
      <p:grpSpPr>
        <a:xfrm>
          <a:off x="0" y="0"/>
          <a:ext cx="0" cy="0"/>
          <a:chOff x="0" y="0"/>
          <a:chExt cx="0" cy="0"/>
        </a:xfrm>
      </p:grpSpPr>
      <p:sp>
        <p:nvSpPr>
          <p:cNvPr id="433" name="Google Shape;433;p62"/>
          <p:cNvSpPr txBox="1"/>
          <p:nvPr>
            <p:ph type="title"/>
          </p:nvPr>
        </p:nvSpPr>
        <p:spPr>
          <a:xfrm>
            <a:off x="1019823" y="4073057"/>
            <a:ext cx="7104300" cy="5280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lt1"/>
              </a:buClr>
              <a:buSzPts val="1400"/>
              <a:buFont typeface="Open Sans"/>
              <a:buNone/>
              <a:defRPr sz="1400" cap="none">
                <a:solidFill>
                  <a:schemeClr val="lt1"/>
                </a:solidFill>
                <a:latin typeface="Open Sans"/>
                <a:ea typeface="Open Sans"/>
                <a:cs typeface="Open Sans"/>
                <a:sym typeface="Open San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34" name="Google Shape;434;p62"/>
          <p:cNvSpPr txBox="1"/>
          <p:nvPr>
            <p:ph idx="1" type="body"/>
          </p:nvPr>
        </p:nvSpPr>
        <p:spPr>
          <a:xfrm>
            <a:off x="1019821" y="811033"/>
            <a:ext cx="7060200" cy="2697900"/>
          </a:xfrm>
          <a:prstGeom prst="rect">
            <a:avLst/>
          </a:prstGeom>
          <a:noFill/>
          <a:ln>
            <a:noFill/>
          </a:ln>
        </p:spPr>
        <p:txBody>
          <a:bodyPr anchorCtr="0" anchor="ctr" bIns="34275" lIns="68575" spcFirstLastPara="1" rIns="68575" wrap="square" tIns="34275">
            <a:normAutofit/>
          </a:bodyPr>
          <a:lstStyle>
            <a:lvl1pPr indent="-228600" lvl="0" marL="457200" algn="ctr">
              <a:lnSpc>
                <a:spcPct val="100000"/>
              </a:lnSpc>
              <a:spcBef>
                <a:spcPts val="800"/>
              </a:spcBef>
              <a:spcAft>
                <a:spcPts val="0"/>
              </a:spcAft>
              <a:buClr>
                <a:schemeClr val="lt1"/>
              </a:buClr>
              <a:buSzPts val="3300"/>
              <a:buNone/>
              <a:defRPr b="0" sz="3300" cap="none">
                <a:solidFill>
                  <a:schemeClr val="lt1"/>
                </a:solidFill>
                <a:latin typeface="Arial"/>
                <a:ea typeface="Arial"/>
                <a:cs typeface="Arial"/>
                <a:sym typeface="Arial"/>
              </a:defRPr>
            </a:lvl1pPr>
            <a:lvl2pPr indent="-228600" lvl="1" marL="914400" algn="ctr">
              <a:lnSpc>
                <a:spcPct val="100000"/>
              </a:lnSpc>
              <a:spcBef>
                <a:spcPts val="400"/>
              </a:spcBef>
              <a:spcAft>
                <a:spcPts val="0"/>
              </a:spcAft>
              <a:buClr>
                <a:schemeClr val="accent1"/>
              </a:buClr>
              <a:buSzPts val="3000"/>
              <a:buNone/>
              <a:defRPr b="0" sz="3000" cap="none">
                <a:solidFill>
                  <a:schemeClr val="accent1"/>
                </a:solidFill>
                <a:latin typeface="Arial"/>
                <a:ea typeface="Arial"/>
                <a:cs typeface="Arial"/>
                <a:sym typeface="Arial"/>
              </a:defRPr>
            </a:lvl2pPr>
            <a:lvl3pPr indent="-228600" lvl="2" marL="1371600" algn="ctr">
              <a:lnSpc>
                <a:spcPct val="100000"/>
              </a:lnSpc>
              <a:spcBef>
                <a:spcPts val="400"/>
              </a:spcBef>
              <a:spcAft>
                <a:spcPts val="0"/>
              </a:spcAft>
              <a:buClr>
                <a:schemeClr val="accent1"/>
              </a:buClr>
              <a:buSzPts val="2700"/>
              <a:buNone/>
              <a:defRPr b="0" sz="2700" cap="none">
                <a:solidFill>
                  <a:schemeClr val="accent1"/>
                </a:solidFill>
                <a:latin typeface="Arial"/>
                <a:ea typeface="Arial"/>
                <a:cs typeface="Arial"/>
                <a:sym typeface="Arial"/>
              </a:defRPr>
            </a:lvl3pPr>
            <a:lvl4pPr indent="-228600" lvl="3" marL="1828800" algn="ctr">
              <a:lnSpc>
                <a:spcPct val="100000"/>
              </a:lnSpc>
              <a:spcBef>
                <a:spcPts val="400"/>
              </a:spcBef>
              <a:spcAft>
                <a:spcPts val="0"/>
              </a:spcAft>
              <a:buClr>
                <a:schemeClr val="accent1"/>
              </a:buClr>
              <a:buSzPts val="2400"/>
              <a:buNone/>
              <a:defRPr b="0" sz="2400" cap="none">
                <a:solidFill>
                  <a:schemeClr val="accent1"/>
                </a:solidFill>
                <a:latin typeface="Arial"/>
                <a:ea typeface="Arial"/>
                <a:cs typeface="Arial"/>
                <a:sym typeface="Arial"/>
              </a:defRPr>
            </a:lvl4pPr>
            <a:lvl5pPr indent="-228600" lvl="4" marL="2286000" algn="ctr">
              <a:lnSpc>
                <a:spcPct val="100000"/>
              </a:lnSpc>
              <a:spcBef>
                <a:spcPts val="400"/>
              </a:spcBef>
              <a:spcAft>
                <a:spcPts val="0"/>
              </a:spcAft>
              <a:buClr>
                <a:schemeClr val="accent1"/>
              </a:buClr>
              <a:buSzPts val="2100"/>
              <a:buNone/>
              <a:defRPr b="0" sz="2100" cap="none">
                <a:solidFill>
                  <a:schemeClr val="accent1"/>
                </a:solidFill>
                <a:latin typeface="Arial"/>
                <a:ea typeface="Arial"/>
                <a:cs typeface="Arial"/>
                <a:sym typeface="Arial"/>
              </a:defRPr>
            </a:lvl5pPr>
            <a:lvl6pPr indent="-317500" lvl="5" marL="2743200" algn="l">
              <a:lnSpc>
                <a:spcPct val="90000"/>
              </a:lnSpc>
              <a:spcBef>
                <a:spcPts val="400"/>
              </a:spcBef>
              <a:spcAft>
                <a:spcPts val="0"/>
              </a:spcAft>
              <a:buClr>
                <a:schemeClr val="lt1"/>
              </a:buClr>
              <a:buSzPts val="1400"/>
              <a:buChar char="•"/>
              <a:defRPr/>
            </a:lvl6pPr>
            <a:lvl7pPr indent="-317500" lvl="6" marL="3200400" algn="l">
              <a:lnSpc>
                <a:spcPct val="90000"/>
              </a:lnSpc>
              <a:spcBef>
                <a:spcPts val="400"/>
              </a:spcBef>
              <a:spcAft>
                <a:spcPts val="0"/>
              </a:spcAft>
              <a:buClr>
                <a:schemeClr val="lt1"/>
              </a:buClr>
              <a:buSzPts val="1400"/>
              <a:buChar char="•"/>
              <a:defRPr/>
            </a:lvl7pPr>
            <a:lvl8pPr indent="-317500" lvl="7" marL="3657600" algn="l">
              <a:lnSpc>
                <a:spcPct val="90000"/>
              </a:lnSpc>
              <a:spcBef>
                <a:spcPts val="400"/>
              </a:spcBef>
              <a:spcAft>
                <a:spcPts val="0"/>
              </a:spcAft>
              <a:buClr>
                <a:schemeClr val="lt1"/>
              </a:buClr>
              <a:buSzPts val="1400"/>
              <a:buChar char="•"/>
              <a:defRPr/>
            </a:lvl8pPr>
            <a:lvl9pPr indent="-317500" lvl="8" marL="4114800" algn="l">
              <a:lnSpc>
                <a:spcPct val="90000"/>
              </a:lnSpc>
              <a:spcBef>
                <a:spcPts val="400"/>
              </a:spcBef>
              <a:spcAft>
                <a:spcPts val="0"/>
              </a:spcAft>
              <a:buClr>
                <a:schemeClr val="lt1"/>
              </a:buClr>
              <a:buSzPts val="1400"/>
              <a:buChar char="•"/>
              <a:defRPr/>
            </a:lvl9pPr>
          </a:lstStyle>
          <a:p/>
        </p:txBody>
      </p:sp>
      <p:sp>
        <p:nvSpPr>
          <p:cNvPr id="435" name="Google Shape;435;p62"/>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6" name="Google Shape;436;p62"/>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7" name="Google Shape;437;p62"/>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700">
                <a:solidFill>
                  <a:schemeClr val="lt1"/>
                </a:solidFill>
                <a:latin typeface="Arial"/>
                <a:ea typeface="Arial"/>
                <a:cs typeface="Arial"/>
                <a:sym typeface="Arial"/>
              </a:defRPr>
            </a:lvl1pPr>
            <a:lvl2pPr indent="0" lvl="1" marL="0" algn="r">
              <a:spcBef>
                <a:spcPts val="0"/>
              </a:spcBef>
              <a:buNone/>
              <a:defRPr sz="700">
                <a:solidFill>
                  <a:schemeClr val="lt1"/>
                </a:solidFill>
                <a:latin typeface="Arial"/>
                <a:ea typeface="Arial"/>
                <a:cs typeface="Arial"/>
                <a:sym typeface="Arial"/>
              </a:defRPr>
            </a:lvl2pPr>
            <a:lvl3pPr indent="0" lvl="2" marL="0" algn="r">
              <a:spcBef>
                <a:spcPts val="0"/>
              </a:spcBef>
              <a:buNone/>
              <a:defRPr sz="700">
                <a:solidFill>
                  <a:schemeClr val="lt1"/>
                </a:solidFill>
                <a:latin typeface="Arial"/>
                <a:ea typeface="Arial"/>
                <a:cs typeface="Arial"/>
                <a:sym typeface="Arial"/>
              </a:defRPr>
            </a:lvl3pPr>
            <a:lvl4pPr indent="0" lvl="3" marL="0" algn="r">
              <a:spcBef>
                <a:spcPts val="0"/>
              </a:spcBef>
              <a:buNone/>
              <a:defRPr sz="700">
                <a:solidFill>
                  <a:schemeClr val="lt1"/>
                </a:solidFill>
                <a:latin typeface="Arial"/>
                <a:ea typeface="Arial"/>
                <a:cs typeface="Arial"/>
                <a:sym typeface="Arial"/>
              </a:defRPr>
            </a:lvl4pPr>
            <a:lvl5pPr indent="0" lvl="4" marL="0" algn="r">
              <a:spcBef>
                <a:spcPts val="0"/>
              </a:spcBef>
              <a:buNone/>
              <a:defRPr sz="700">
                <a:solidFill>
                  <a:schemeClr val="lt1"/>
                </a:solidFill>
                <a:latin typeface="Arial"/>
                <a:ea typeface="Arial"/>
                <a:cs typeface="Arial"/>
                <a:sym typeface="Arial"/>
              </a:defRPr>
            </a:lvl5pPr>
            <a:lvl6pPr indent="0" lvl="5" marL="0" algn="r">
              <a:spcBef>
                <a:spcPts val="0"/>
              </a:spcBef>
              <a:buNone/>
              <a:defRPr sz="700">
                <a:solidFill>
                  <a:schemeClr val="lt1"/>
                </a:solidFill>
                <a:latin typeface="Arial"/>
                <a:ea typeface="Arial"/>
                <a:cs typeface="Arial"/>
                <a:sym typeface="Arial"/>
              </a:defRPr>
            </a:lvl6pPr>
            <a:lvl7pPr indent="0" lvl="6" marL="0" algn="r">
              <a:spcBef>
                <a:spcPts val="0"/>
              </a:spcBef>
              <a:buNone/>
              <a:defRPr sz="700">
                <a:solidFill>
                  <a:schemeClr val="lt1"/>
                </a:solidFill>
                <a:latin typeface="Arial"/>
                <a:ea typeface="Arial"/>
                <a:cs typeface="Arial"/>
                <a:sym typeface="Arial"/>
              </a:defRPr>
            </a:lvl7pPr>
            <a:lvl8pPr indent="0" lvl="7" marL="0" algn="r">
              <a:spcBef>
                <a:spcPts val="0"/>
              </a:spcBef>
              <a:buNone/>
              <a:defRPr sz="700">
                <a:solidFill>
                  <a:schemeClr val="lt1"/>
                </a:solidFill>
                <a:latin typeface="Arial"/>
                <a:ea typeface="Arial"/>
                <a:cs typeface="Arial"/>
                <a:sym typeface="Arial"/>
              </a:defRPr>
            </a:lvl8pPr>
            <a:lvl9pPr indent="0" lvl="8" marL="0" algn="r">
              <a:spcBef>
                <a:spcPts val="0"/>
              </a:spcBef>
              <a:buNone/>
              <a:defRPr sz="7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cxnSp>
        <p:nvCxnSpPr>
          <p:cNvPr id="438" name="Google Shape;438;p62"/>
          <p:cNvCxnSpPr/>
          <p:nvPr/>
        </p:nvCxnSpPr>
        <p:spPr>
          <a:xfrm>
            <a:off x="397764" y="397764"/>
            <a:ext cx="8369400" cy="0"/>
          </a:xfrm>
          <a:prstGeom prst="straightConnector1">
            <a:avLst/>
          </a:prstGeom>
          <a:noFill/>
          <a:ln cap="flat" cmpd="sng" w="9525">
            <a:solidFill>
              <a:schemeClr val="lt2"/>
            </a:solidFill>
            <a:prstDash val="solid"/>
            <a:miter lim="800000"/>
            <a:headEnd len="sm" w="sm" type="none"/>
            <a:tailEnd len="sm" w="sm" type="none"/>
          </a:ln>
        </p:spPr>
      </p:cxnSp>
      <p:cxnSp>
        <p:nvCxnSpPr>
          <p:cNvPr id="439" name="Google Shape;439;p62"/>
          <p:cNvCxnSpPr/>
          <p:nvPr/>
        </p:nvCxnSpPr>
        <p:spPr>
          <a:xfrm>
            <a:off x="397764" y="3885473"/>
            <a:ext cx="8369400" cy="0"/>
          </a:xfrm>
          <a:prstGeom prst="straightConnector1">
            <a:avLst/>
          </a:prstGeom>
          <a:noFill/>
          <a:ln cap="flat" cmpd="sng" w="9525">
            <a:solidFill>
              <a:schemeClr val="lt2"/>
            </a:solidFill>
            <a:prstDash val="solid"/>
            <a:miter lim="800000"/>
            <a:headEnd len="sm" w="sm" type="none"/>
            <a:tailEnd len="sm" w="sm" type="none"/>
          </a:ln>
        </p:spPr>
      </p:cxnSp>
      <p:cxnSp>
        <p:nvCxnSpPr>
          <p:cNvPr id="440" name="Google Shape;440;p62"/>
          <p:cNvCxnSpPr/>
          <p:nvPr/>
        </p:nvCxnSpPr>
        <p:spPr>
          <a:xfrm>
            <a:off x="397764" y="4743450"/>
            <a:ext cx="8369400" cy="0"/>
          </a:xfrm>
          <a:prstGeom prst="straightConnector1">
            <a:avLst/>
          </a:prstGeom>
          <a:noFill/>
          <a:ln cap="flat" cmpd="sng" w="9525">
            <a:solidFill>
              <a:schemeClr val="lt2"/>
            </a:solidFill>
            <a:prstDash val="solid"/>
            <a:miter lim="800000"/>
            <a:headEnd len="sm" w="sm" type="none"/>
            <a:tailEnd len="sm" w="sm" type="none"/>
          </a:ln>
        </p:spPr>
      </p:cxn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441" name="Shape 441"/>
        <p:cNvGrpSpPr/>
        <p:nvPr/>
      </p:nvGrpSpPr>
      <p:grpSpPr>
        <a:xfrm>
          <a:off x="0" y="0"/>
          <a:ext cx="0" cy="0"/>
          <a:chOff x="0" y="0"/>
          <a:chExt cx="0" cy="0"/>
        </a:xfrm>
      </p:grpSpPr>
      <p:sp>
        <p:nvSpPr>
          <p:cNvPr id="442" name="Google Shape;442;p63"/>
          <p:cNvSpPr txBox="1"/>
          <p:nvPr>
            <p:ph type="title"/>
          </p:nvPr>
        </p:nvSpPr>
        <p:spPr>
          <a:xfrm>
            <a:off x="314325" y="274320"/>
            <a:ext cx="8429700" cy="6858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43" name="Google Shape;443;p63"/>
          <p:cNvSpPr txBox="1"/>
          <p:nvPr>
            <p:ph idx="1" type="body"/>
          </p:nvPr>
        </p:nvSpPr>
        <p:spPr>
          <a:xfrm>
            <a:off x="314325" y="1285875"/>
            <a:ext cx="3979200" cy="32922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4" name="Google Shape;444;p63"/>
          <p:cNvSpPr txBox="1"/>
          <p:nvPr>
            <p:ph idx="2" type="body"/>
          </p:nvPr>
        </p:nvSpPr>
        <p:spPr>
          <a:xfrm>
            <a:off x="4759452" y="1289304"/>
            <a:ext cx="3991500" cy="32928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5" name="Google Shape;445;p63"/>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6" name="Google Shape;446;p63"/>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7" name="Google Shape;447;p63"/>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448" name="Google Shape;448;p63"/>
          <p:cNvCxnSpPr/>
          <p:nvPr/>
        </p:nvCxnSpPr>
        <p:spPr>
          <a:xfrm>
            <a:off x="400050" y="1017977"/>
            <a:ext cx="83694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p:cSld name="Comparison">
    <p:bg>
      <p:bgPr>
        <a:solidFill>
          <a:schemeClr val="lt1"/>
        </a:solidFill>
      </p:bgPr>
    </p:bg>
    <p:spTree>
      <p:nvGrpSpPr>
        <p:cNvPr id="449" name="Shape 449"/>
        <p:cNvGrpSpPr/>
        <p:nvPr/>
      </p:nvGrpSpPr>
      <p:grpSpPr>
        <a:xfrm>
          <a:off x="0" y="0"/>
          <a:ext cx="0" cy="0"/>
          <a:chOff x="0" y="0"/>
          <a:chExt cx="0" cy="0"/>
        </a:xfrm>
      </p:grpSpPr>
      <p:sp>
        <p:nvSpPr>
          <p:cNvPr id="450" name="Google Shape;450;p64"/>
          <p:cNvSpPr txBox="1"/>
          <p:nvPr>
            <p:ph type="title"/>
          </p:nvPr>
        </p:nvSpPr>
        <p:spPr>
          <a:xfrm>
            <a:off x="301751" y="274320"/>
            <a:ext cx="8442300" cy="6858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51" name="Google Shape;451;p64"/>
          <p:cNvSpPr txBox="1"/>
          <p:nvPr>
            <p:ph idx="1" type="body"/>
          </p:nvPr>
        </p:nvSpPr>
        <p:spPr>
          <a:xfrm>
            <a:off x="311286" y="1117854"/>
            <a:ext cx="3991500" cy="48210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800"/>
              </a:spcBef>
              <a:spcAft>
                <a:spcPts val="0"/>
              </a:spcAft>
              <a:buClr>
                <a:schemeClr val="dk1"/>
              </a:buClr>
              <a:buSzPts val="1700"/>
              <a:buNone/>
              <a:defRPr b="0" sz="1700" cap="none">
                <a:latin typeface="Open Sans"/>
                <a:ea typeface="Open Sans"/>
                <a:cs typeface="Open Sans"/>
                <a:sym typeface="Open Sans"/>
              </a:defRPr>
            </a:lvl1pPr>
            <a:lvl2pPr indent="-228600" lvl="1" marL="914400" algn="l">
              <a:lnSpc>
                <a:spcPct val="120000"/>
              </a:lnSpc>
              <a:spcBef>
                <a:spcPts val="400"/>
              </a:spcBef>
              <a:spcAft>
                <a:spcPts val="0"/>
              </a:spcAft>
              <a:buClr>
                <a:schemeClr val="dk1"/>
              </a:buClr>
              <a:buSzPts val="1500"/>
              <a:buNone/>
              <a:defRPr b="1" sz="1500"/>
            </a:lvl2pPr>
            <a:lvl3pPr indent="-228600" lvl="2" marL="1371600" algn="l">
              <a:lnSpc>
                <a:spcPct val="120000"/>
              </a:lnSpc>
              <a:spcBef>
                <a:spcPts val="400"/>
              </a:spcBef>
              <a:spcAft>
                <a:spcPts val="0"/>
              </a:spcAft>
              <a:buClr>
                <a:schemeClr val="dk1"/>
              </a:buClr>
              <a:buSzPts val="1400"/>
              <a:buNone/>
              <a:defRPr b="1" sz="1400"/>
            </a:lvl3pPr>
            <a:lvl4pPr indent="-228600" lvl="3" marL="1828800" algn="l">
              <a:lnSpc>
                <a:spcPct val="120000"/>
              </a:lnSpc>
              <a:spcBef>
                <a:spcPts val="400"/>
              </a:spcBef>
              <a:spcAft>
                <a:spcPts val="0"/>
              </a:spcAft>
              <a:buClr>
                <a:schemeClr val="dk1"/>
              </a:buClr>
              <a:buSzPts val="1200"/>
              <a:buNone/>
              <a:defRPr b="1" sz="1200"/>
            </a:lvl4pPr>
            <a:lvl5pPr indent="-228600" lvl="4" marL="2286000" algn="l">
              <a:lnSpc>
                <a:spcPct val="12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52" name="Google Shape;452;p64"/>
          <p:cNvSpPr txBox="1"/>
          <p:nvPr>
            <p:ph idx="2" type="body"/>
          </p:nvPr>
        </p:nvSpPr>
        <p:spPr>
          <a:xfrm>
            <a:off x="314325" y="1659731"/>
            <a:ext cx="3978000" cy="29193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3" name="Google Shape;453;p64"/>
          <p:cNvSpPr txBox="1"/>
          <p:nvPr>
            <p:ph idx="3" type="body"/>
          </p:nvPr>
        </p:nvSpPr>
        <p:spPr>
          <a:xfrm>
            <a:off x="4759452" y="1117854"/>
            <a:ext cx="3991500" cy="482100"/>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800"/>
              </a:spcBef>
              <a:spcAft>
                <a:spcPts val="0"/>
              </a:spcAft>
              <a:buClr>
                <a:schemeClr val="dk1"/>
              </a:buClr>
              <a:buSzPts val="1700"/>
              <a:buNone/>
              <a:defRPr b="0" sz="1700" cap="none">
                <a:latin typeface="Open Sans"/>
                <a:ea typeface="Open Sans"/>
                <a:cs typeface="Open Sans"/>
                <a:sym typeface="Open Sans"/>
              </a:defRPr>
            </a:lvl1pPr>
            <a:lvl2pPr indent="-228600" lvl="1" marL="914400" algn="l">
              <a:lnSpc>
                <a:spcPct val="120000"/>
              </a:lnSpc>
              <a:spcBef>
                <a:spcPts val="400"/>
              </a:spcBef>
              <a:spcAft>
                <a:spcPts val="0"/>
              </a:spcAft>
              <a:buClr>
                <a:schemeClr val="dk1"/>
              </a:buClr>
              <a:buSzPts val="1500"/>
              <a:buNone/>
              <a:defRPr b="1" sz="1500"/>
            </a:lvl2pPr>
            <a:lvl3pPr indent="-228600" lvl="2" marL="1371600" algn="l">
              <a:lnSpc>
                <a:spcPct val="120000"/>
              </a:lnSpc>
              <a:spcBef>
                <a:spcPts val="400"/>
              </a:spcBef>
              <a:spcAft>
                <a:spcPts val="0"/>
              </a:spcAft>
              <a:buClr>
                <a:schemeClr val="dk1"/>
              </a:buClr>
              <a:buSzPts val="1400"/>
              <a:buNone/>
              <a:defRPr b="1" sz="1400"/>
            </a:lvl3pPr>
            <a:lvl4pPr indent="-228600" lvl="3" marL="1828800" algn="l">
              <a:lnSpc>
                <a:spcPct val="120000"/>
              </a:lnSpc>
              <a:spcBef>
                <a:spcPts val="400"/>
              </a:spcBef>
              <a:spcAft>
                <a:spcPts val="0"/>
              </a:spcAft>
              <a:buClr>
                <a:schemeClr val="dk1"/>
              </a:buClr>
              <a:buSzPts val="1200"/>
              <a:buNone/>
              <a:defRPr b="1" sz="1200"/>
            </a:lvl4pPr>
            <a:lvl5pPr indent="-228600" lvl="4" marL="2286000" algn="l">
              <a:lnSpc>
                <a:spcPct val="12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54" name="Google Shape;454;p64"/>
          <p:cNvSpPr txBox="1"/>
          <p:nvPr>
            <p:ph idx="4" type="body"/>
          </p:nvPr>
        </p:nvSpPr>
        <p:spPr>
          <a:xfrm>
            <a:off x="4758929" y="1659731"/>
            <a:ext cx="3991500" cy="2919300"/>
          </a:xfrm>
          <a:prstGeom prst="rect">
            <a:avLst/>
          </a:prstGeom>
          <a:noFill/>
          <a:ln>
            <a:noFill/>
          </a:ln>
        </p:spPr>
        <p:txBody>
          <a:bodyPr anchorCtr="0" anchor="t" bIns="34275" lIns="68575" spcFirstLastPara="1" rIns="68575" wrap="square" tIns="34275">
            <a:normAutofit/>
          </a:bodyPr>
          <a:lstStyle>
            <a:lvl1pPr indent="-317500" lvl="0" marL="457200" algn="l">
              <a:lnSpc>
                <a:spcPct val="120000"/>
              </a:lnSpc>
              <a:spcBef>
                <a:spcPts val="800"/>
              </a:spcBef>
              <a:spcAft>
                <a:spcPts val="0"/>
              </a:spcAft>
              <a:buClr>
                <a:schemeClr val="dk1"/>
              </a:buClr>
              <a:buSzPts val="1400"/>
              <a:buChar char="•"/>
              <a:defRPr/>
            </a:lvl1pPr>
            <a:lvl2pPr indent="-317500" lvl="1" marL="914400" algn="l">
              <a:lnSpc>
                <a:spcPct val="12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120000"/>
              </a:lnSpc>
              <a:spcBef>
                <a:spcPts val="400"/>
              </a:spcBef>
              <a:spcAft>
                <a:spcPts val="0"/>
              </a:spcAft>
              <a:buClr>
                <a:schemeClr val="dk1"/>
              </a:buClr>
              <a:buSzPts val="1400"/>
              <a:buChar char="•"/>
              <a:defRPr/>
            </a:lvl4pPr>
            <a:lvl5pPr indent="-317500" lvl="4" marL="2286000" algn="l">
              <a:lnSpc>
                <a:spcPct val="12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5" name="Google Shape;455;p64"/>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56" name="Google Shape;456;p64"/>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57" name="Google Shape;457;p64"/>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458" name="Google Shape;458;p64"/>
          <p:cNvCxnSpPr/>
          <p:nvPr/>
        </p:nvCxnSpPr>
        <p:spPr>
          <a:xfrm>
            <a:off x="397764" y="1017977"/>
            <a:ext cx="83694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chemeClr val="lt1"/>
        </a:solidFill>
      </p:bgPr>
    </p:bg>
    <p:spTree>
      <p:nvGrpSpPr>
        <p:cNvPr id="459" name="Shape 459"/>
        <p:cNvGrpSpPr/>
        <p:nvPr/>
      </p:nvGrpSpPr>
      <p:grpSpPr>
        <a:xfrm>
          <a:off x="0" y="0"/>
          <a:ext cx="0" cy="0"/>
          <a:chOff x="0" y="0"/>
          <a:chExt cx="0" cy="0"/>
        </a:xfrm>
      </p:grpSpPr>
      <p:sp>
        <p:nvSpPr>
          <p:cNvPr id="460" name="Google Shape;460;p65"/>
          <p:cNvSpPr txBox="1"/>
          <p:nvPr>
            <p:ph type="title"/>
          </p:nvPr>
        </p:nvSpPr>
        <p:spPr>
          <a:xfrm>
            <a:off x="311237" y="518901"/>
            <a:ext cx="8432700" cy="6759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61" name="Google Shape;461;p65"/>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62" name="Google Shape;462;p65"/>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63" name="Google Shape;463;p65"/>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bg>
      <p:bgPr>
        <a:solidFill>
          <a:schemeClr val="lt1"/>
        </a:solidFill>
      </p:bgPr>
    </p:bg>
    <p:spTree>
      <p:nvGrpSpPr>
        <p:cNvPr id="464" name="Shape 464"/>
        <p:cNvGrpSpPr/>
        <p:nvPr/>
      </p:nvGrpSpPr>
      <p:grpSpPr>
        <a:xfrm>
          <a:off x="0" y="0"/>
          <a:ext cx="0" cy="0"/>
          <a:chOff x="0" y="0"/>
          <a:chExt cx="0" cy="0"/>
        </a:xfrm>
      </p:grpSpPr>
      <p:sp>
        <p:nvSpPr>
          <p:cNvPr id="465" name="Google Shape;465;p66"/>
          <p:cNvSpPr txBox="1"/>
          <p:nvPr>
            <p:ph type="title"/>
          </p:nvPr>
        </p:nvSpPr>
        <p:spPr>
          <a:xfrm>
            <a:off x="337377" y="521207"/>
            <a:ext cx="2936700" cy="9945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2400"/>
              <a:buFont typeface="Open Sans"/>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66" name="Google Shape;466;p66"/>
          <p:cNvSpPr txBox="1"/>
          <p:nvPr>
            <p:ph idx="1" type="body"/>
          </p:nvPr>
        </p:nvSpPr>
        <p:spPr>
          <a:xfrm>
            <a:off x="324804" y="1543050"/>
            <a:ext cx="2949300" cy="31326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200"/>
              <a:buNone/>
              <a:defRPr sz="1200"/>
            </a:lvl1pPr>
            <a:lvl2pPr indent="-228600" lvl="1" marL="914400" algn="l">
              <a:lnSpc>
                <a:spcPct val="120000"/>
              </a:lnSpc>
              <a:spcBef>
                <a:spcPts val="400"/>
              </a:spcBef>
              <a:spcAft>
                <a:spcPts val="0"/>
              </a:spcAft>
              <a:buClr>
                <a:schemeClr val="dk1"/>
              </a:buClr>
              <a:buSzPts val="1100"/>
              <a:buNone/>
              <a:defRPr sz="1100"/>
            </a:lvl2pPr>
            <a:lvl3pPr indent="-228600" lvl="2" marL="1371600" algn="l">
              <a:lnSpc>
                <a:spcPct val="120000"/>
              </a:lnSpc>
              <a:spcBef>
                <a:spcPts val="400"/>
              </a:spcBef>
              <a:spcAft>
                <a:spcPts val="0"/>
              </a:spcAft>
              <a:buClr>
                <a:schemeClr val="dk1"/>
              </a:buClr>
              <a:buSzPts val="900"/>
              <a:buNone/>
              <a:defRPr sz="900"/>
            </a:lvl3pPr>
            <a:lvl4pPr indent="-228600" lvl="3" marL="1828800" algn="l">
              <a:lnSpc>
                <a:spcPct val="120000"/>
              </a:lnSpc>
              <a:spcBef>
                <a:spcPts val="400"/>
              </a:spcBef>
              <a:spcAft>
                <a:spcPts val="0"/>
              </a:spcAft>
              <a:buClr>
                <a:schemeClr val="dk1"/>
              </a:buClr>
              <a:buSzPts val="800"/>
              <a:buNone/>
              <a:defRPr sz="800"/>
            </a:lvl4pPr>
            <a:lvl5pPr indent="-228600" lvl="4" marL="2286000" algn="l">
              <a:lnSpc>
                <a:spcPct val="12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467" name="Google Shape;467;p66"/>
          <p:cNvSpPr txBox="1"/>
          <p:nvPr>
            <p:ph idx="2" type="body"/>
          </p:nvPr>
        </p:nvSpPr>
        <p:spPr>
          <a:xfrm>
            <a:off x="3887391" y="521207"/>
            <a:ext cx="4862400" cy="4154400"/>
          </a:xfrm>
          <a:prstGeom prst="rect">
            <a:avLst/>
          </a:prstGeom>
          <a:noFill/>
          <a:ln>
            <a:noFill/>
          </a:ln>
        </p:spPr>
        <p:txBody>
          <a:bodyPr anchorCtr="0" anchor="t" bIns="34275" lIns="68575" spcFirstLastPara="1" rIns="68575" wrap="square" tIns="34275">
            <a:normAutofit/>
          </a:bodyPr>
          <a:lstStyle>
            <a:lvl1pPr indent="-298450" lvl="0" marL="457200" algn="l">
              <a:lnSpc>
                <a:spcPct val="120000"/>
              </a:lnSpc>
              <a:spcBef>
                <a:spcPts val="800"/>
              </a:spcBef>
              <a:spcAft>
                <a:spcPts val="0"/>
              </a:spcAft>
              <a:buClr>
                <a:schemeClr val="dk1"/>
              </a:buClr>
              <a:buSzPts val="1100"/>
              <a:buChar char="•"/>
              <a:defRPr/>
            </a:lvl1pPr>
            <a:lvl2pPr indent="-298450" lvl="1" marL="914400" algn="l">
              <a:lnSpc>
                <a:spcPct val="120000"/>
              </a:lnSpc>
              <a:spcBef>
                <a:spcPts val="400"/>
              </a:spcBef>
              <a:spcAft>
                <a:spcPts val="0"/>
              </a:spcAft>
              <a:buClr>
                <a:schemeClr val="dk1"/>
              </a:buClr>
              <a:buSzPts val="1100"/>
              <a:buChar char="•"/>
              <a:defRPr/>
            </a:lvl2pPr>
            <a:lvl3pPr indent="-298450" lvl="2" marL="1371600" algn="l">
              <a:lnSpc>
                <a:spcPct val="120000"/>
              </a:lnSpc>
              <a:spcBef>
                <a:spcPts val="400"/>
              </a:spcBef>
              <a:spcAft>
                <a:spcPts val="0"/>
              </a:spcAft>
              <a:buClr>
                <a:schemeClr val="dk1"/>
              </a:buClr>
              <a:buSzPts val="1100"/>
              <a:buChar char="•"/>
              <a:defRPr/>
            </a:lvl3pPr>
            <a:lvl4pPr indent="-298450" lvl="3" marL="1828800" algn="l">
              <a:lnSpc>
                <a:spcPct val="120000"/>
              </a:lnSpc>
              <a:spcBef>
                <a:spcPts val="400"/>
              </a:spcBef>
              <a:spcAft>
                <a:spcPts val="0"/>
              </a:spcAft>
              <a:buClr>
                <a:schemeClr val="dk1"/>
              </a:buClr>
              <a:buSzPts val="1100"/>
              <a:buChar char="•"/>
              <a:defRPr/>
            </a:lvl4pPr>
            <a:lvl5pPr indent="-298450" lvl="4" marL="2286000" algn="l">
              <a:lnSpc>
                <a:spcPct val="120000"/>
              </a:lnSpc>
              <a:spcBef>
                <a:spcPts val="400"/>
              </a:spcBef>
              <a:spcAft>
                <a:spcPts val="0"/>
              </a:spcAft>
              <a:buClr>
                <a:schemeClr val="dk1"/>
              </a:buClr>
              <a:buSzPts val="11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8" name="Google Shape;468;p66"/>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69" name="Google Shape;469;p66"/>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70" name="Google Shape;470;p66"/>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solidFill>
          <a:schemeClr val="lt1"/>
        </a:solidFill>
      </p:bgPr>
    </p:bg>
    <p:spTree>
      <p:nvGrpSpPr>
        <p:cNvPr id="471" name="Shape 471"/>
        <p:cNvGrpSpPr/>
        <p:nvPr/>
      </p:nvGrpSpPr>
      <p:grpSpPr>
        <a:xfrm>
          <a:off x="0" y="0"/>
          <a:ext cx="0" cy="0"/>
          <a:chOff x="0" y="0"/>
          <a:chExt cx="0" cy="0"/>
        </a:xfrm>
      </p:grpSpPr>
      <p:sp>
        <p:nvSpPr>
          <p:cNvPr id="472" name="Google Shape;472;p67"/>
          <p:cNvSpPr txBox="1"/>
          <p:nvPr>
            <p:ph type="title"/>
          </p:nvPr>
        </p:nvSpPr>
        <p:spPr>
          <a:xfrm>
            <a:off x="314326" y="521208"/>
            <a:ext cx="2645100" cy="12840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dk1"/>
              </a:buClr>
              <a:buSzPts val="2400"/>
              <a:buFont typeface="Open Sans"/>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3" name="Google Shape;473;p67"/>
          <p:cNvSpPr txBox="1"/>
          <p:nvPr>
            <p:ph idx="1" type="body"/>
          </p:nvPr>
        </p:nvSpPr>
        <p:spPr>
          <a:xfrm>
            <a:off x="319042" y="1881196"/>
            <a:ext cx="2640300" cy="2796000"/>
          </a:xfrm>
          <a:prstGeom prst="rect">
            <a:avLst/>
          </a:prstGeom>
          <a:noFill/>
          <a:ln>
            <a:noFill/>
          </a:ln>
        </p:spPr>
        <p:txBody>
          <a:bodyPr anchorCtr="0" anchor="b"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200"/>
              <a:buNone/>
              <a:defRPr sz="1200"/>
            </a:lvl1pPr>
            <a:lvl2pPr indent="-228600" lvl="1" marL="914400" algn="l">
              <a:lnSpc>
                <a:spcPct val="120000"/>
              </a:lnSpc>
              <a:spcBef>
                <a:spcPts val="400"/>
              </a:spcBef>
              <a:spcAft>
                <a:spcPts val="0"/>
              </a:spcAft>
              <a:buClr>
                <a:schemeClr val="dk1"/>
              </a:buClr>
              <a:buSzPts val="1100"/>
              <a:buNone/>
              <a:defRPr sz="1100"/>
            </a:lvl2pPr>
            <a:lvl3pPr indent="-228600" lvl="2" marL="1371600" algn="l">
              <a:lnSpc>
                <a:spcPct val="120000"/>
              </a:lnSpc>
              <a:spcBef>
                <a:spcPts val="400"/>
              </a:spcBef>
              <a:spcAft>
                <a:spcPts val="0"/>
              </a:spcAft>
              <a:buClr>
                <a:schemeClr val="dk1"/>
              </a:buClr>
              <a:buSzPts val="900"/>
              <a:buNone/>
              <a:defRPr sz="900"/>
            </a:lvl3pPr>
            <a:lvl4pPr indent="-228600" lvl="3" marL="1828800" algn="l">
              <a:lnSpc>
                <a:spcPct val="120000"/>
              </a:lnSpc>
              <a:spcBef>
                <a:spcPts val="400"/>
              </a:spcBef>
              <a:spcAft>
                <a:spcPts val="0"/>
              </a:spcAft>
              <a:buClr>
                <a:schemeClr val="dk1"/>
              </a:buClr>
              <a:buSzPts val="800"/>
              <a:buNone/>
              <a:defRPr sz="800"/>
            </a:lvl4pPr>
            <a:lvl5pPr indent="-228600" lvl="4" marL="2286000" algn="l">
              <a:lnSpc>
                <a:spcPct val="12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pic>
        <p:nvPicPr>
          <p:cNvPr id="474" name="Google Shape;474;p67"/>
          <p:cNvPicPr preferRelativeResize="0"/>
          <p:nvPr>
            <p:ph idx="2" type="pic"/>
          </p:nvPr>
        </p:nvPicPr>
        <p:blipFill/>
        <p:spPr>
          <a:xfrm>
            <a:off x="3314700" y="400050"/>
            <a:ext cx="5429100" cy="4343400"/>
          </a:xfrm>
          <a:prstGeom prst="rect">
            <a:avLst/>
          </a:prstGeom>
          <a:blipFill rotWithShape="1">
            <a:blip r:embed="rId2">
              <a:alphaModFix amt="70000"/>
            </a:blip>
            <a:stretch>
              <a:fillRect b="0" l="0" r="0" t="0"/>
            </a:stretch>
          </a:blipFill>
          <a:ln>
            <a:noFill/>
          </a:ln>
          <a:effectLst>
            <a:outerShdw blurRad="203200" rotWithShape="0" algn="r" dir="7800000" dist="12700">
              <a:srgbClr val="000000">
                <a:alpha val="10200"/>
              </a:srgbClr>
            </a:outerShdw>
          </a:effectLst>
        </p:spPr>
      </p:pic>
      <p:sp>
        <p:nvSpPr>
          <p:cNvPr id="475" name="Google Shape;475;p67"/>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76" name="Google Shape;476;p67"/>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77" name="Google Shape;477;p67"/>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478" name="Google Shape;478;p67"/>
          <p:cNvCxnSpPr/>
          <p:nvPr/>
        </p:nvCxnSpPr>
        <p:spPr>
          <a:xfrm>
            <a:off x="400050" y="400050"/>
            <a:ext cx="26277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showMasterSp="0">
  <p:cSld name="Conclusion">
    <p:bg>
      <p:bgPr>
        <a:solidFill>
          <a:schemeClr val="lt1"/>
        </a:solidFill>
      </p:bgPr>
    </p:bg>
    <p:spTree>
      <p:nvGrpSpPr>
        <p:cNvPr id="479" name="Shape 479"/>
        <p:cNvGrpSpPr/>
        <p:nvPr/>
      </p:nvGrpSpPr>
      <p:grpSpPr>
        <a:xfrm>
          <a:off x="0" y="0"/>
          <a:ext cx="0" cy="0"/>
          <a:chOff x="0" y="0"/>
          <a:chExt cx="0" cy="0"/>
        </a:xfrm>
      </p:grpSpPr>
      <p:sp>
        <p:nvSpPr>
          <p:cNvPr id="480" name="Google Shape;480;p68"/>
          <p:cNvSpPr txBox="1"/>
          <p:nvPr>
            <p:ph type="title"/>
          </p:nvPr>
        </p:nvSpPr>
        <p:spPr>
          <a:xfrm>
            <a:off x="301752" y="406457"/>
            <a:ext cx="8442300" cy="16689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accent1"/>
              </a:buClr>
              <a:buSzPts val="5400"/>
              <a:buFont typeface="Open Sans"/>
              <a:buNone/>
              <a:defRPr sz="5400">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81" name="Google Shape;481;p68"/>
          <p:cNvSpPr txBox="1"/>
          <p:nvPr>
            <p:ph idx="1" type="body"/>
          </p:nvPr>
        </p:nvSpPr>
        <p:spPr>
          <a:xfrm>
            <a:off x="314324" y="2567476"/>
            <a:ext cx="8429700" cy="21759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100"/>
              <a:buNone/>
              <a:defRPr/>
            </a:lvl1pPr>
            <a:lvl2pPr indent="-228600" lvl="1" marL="914400" algn="l">
              <a:lnSpc>
                <a:spcPct val="120000"/>
              </a:lnSpc>
              <a:spcBef>
                <a:spcPts val="400"/>
              </a:spcBef>
              <a:spcAft>
                <a:spcPts val="0"/>
              </a:spcAft>
              <a:buClr>
                <a:schemeClr val="dk1"/>
              </a:buClr>
              <a:buSzPts val="1100"/>
              <a:buNone/>
              <a:defRPr/>
            </a:lvl2pPr>
            <a:lvl3pPr indent="-228600" lvl="2" marL="1371600" algn="l">
              <a:lnSpc>
                <a:spcPct val="120000"/>
              </a:lnSpc>
              <a:spcBef>
                <a:spcPts val="400"/>
              </a:spcBef>
              <a:spcAft>
                <a:spcPts val="0"/>
              </a:spcAft>
              <a:buClr>
                <a:schemeClr val="dk1"/>
              </a:buClr>
              <a:buSzPts val="1100"/>
              <a:buNone/>
              <a:defRPr/>
            </a:lvl3pPr>
            <a:lvl4pPr indent="-228600" lvl="3" marL="1828800" algn="l">
              <a:lnSpc>
                <a:spcPct val="120000"/>
              </a:lnSpc>
              <a:spcBef>
                <a:spcPts val="400"/>
              </a:spcBef>
              <a:spcAft>
                <a:spcPts val="0"/>
              </a:spcAft>
              <a:buClr>
                <a:schemeClr val="dk1"/>
              </a:buClr>
              <a:buSzPts val="1100"/>
              <a:buNone/>
              <a:defRPr/>
            </a:lvl4pPr>
            <a:lvl5pPr indent="-228600" lvl="4" marL="2286000" algn="l">
              <a:lnSpc>
                <a:spcPct val="12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2" name="Google Shape;482;p68"/>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3" name="Google Shape;483;p68"/>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4" name="Google Shape;484;p68"/>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485" name="Google Shape;485;p68"/>
          <p:cNvCxnSpPr/>
          <p:nvPr/>
        </p:nvCxnSpPr>
        <p:spPr>
          <a:xfrm>
            <a:off x="400050" y="2234141"/>
            <a:ext cx="83694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2" showMasterSp="0">
  <p:cSld name="Conclusion 2">
    <p:bg>
      <p:bgPr>
        <a:solidFill>
          <a:schemeClr val="lt1"/>
        </a:solidFill>
      </p:bgPr>
    </p:bg>
    <p:spTree>
      <p:nvGrpSpPr>
        <p:cNvPr id="486" name="Shape 486"/>
        <p:cNvGrpSpPr/>
        <p:nvPr/>
      </p:nvGrpSpPr>
      <p:grpSpPr>
        <a:xfrm>
          <a:off x="0" y="0"/>
          <a:ext cx="0" cy="0"/>
          <a:chOff x="0" y="0"/>
          <a:chExt cx="0" cy="0"/>
        </a:xfrm>
      </p:grpSpPr>
      <p:sp>
        <p:nvSpPr>
          <p:cNvPr id="487" name="Google Shape;487;p69"/>
          <p:cNvSpPr txBox="1"/>
          <p:nvPr>
            <p:ph type="title"/>
          </p:nvPr>
        </p:nvSpPr>
        <p:spPr>
          <a:xfrm>
            <a:off x="301752" y="1377179"/>
            <a:ext cx="8442300" cy="1884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accent1"/>
              </a:buClr>
              <a:buSzPts val="5400"/>
              <a:buFont typeface="Open Sans"/>
              <a:buNone/>
              <a:defRPr sz="5400">
                <a:solidFill>
                  <a:schemeClr val="accen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88" name="Google Shape;488;p69"/>
          <p:cNvSpPr txBox="1"/>
          <p:nvPr>
            <p:ph idx="1" type="body"/>
          </p:nvPr>
        </p:nvSpPr>
        <p:spPr>
          <a:xfrm>
            <a:off x="314324" y="3625539"/>
            <a:ext cx="8429700" cy="1054200"/>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500"/>
              <a:buNone/>
              <a:defRPr sz="1500"/>
            </a:lvl1pPr>
            <a:lvl2pPr indent="-228600" lvl="1" marL="914400" algn="l">
              <a:lnSpc>
                <a:spcPct val="12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200"/>
              <a:buNone/>
              <a:defRPr sz="1200"/>
            </a:lvl3pPr>
            <a:lvl4pPr indent="-228600" lvl="3" marL="1828800" algn="l">
              <a:lnSpc>
                <a:spcPct val="120000"/>
              </a:lnSpc>
              <a:spcBef>
                <a:spcPts val="400"/>
              </a:spcBef>
              <a:spcAft>
                <a:spcPts val="0"/>
              </a:spcAft>
              <a:buClr>
                <a:schemeClr val="dk1"/>
              </a:buClr>
              <a:buSzPts val="1100"/>
              <a:buNone/>
              <a:defRPr sz="1100"/>
            </a:lvl4pPr>
            <a:lvl5pPr indent="-228600" lvl="4" marL="2286000" algn="l">
              <a:lnSpc>
                <a:spcPct val="120000"/>
              </a:lnSpc>
              <a:spcBef>
                <a:spcPts val="400"/>
              </a:spcBef>
              <a:spcAft>
                <a:spcPts val="0"/>
              </a:spcAft>
              <a:buClr>
                <a:schemeClr val="dk1"/>
              </a:buClr>
              <a:buSzPts val="1100"/>
              <a:buNone/>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9" name="Google Shape;489;p69"/>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0" name="Google Shape;490;p69"/>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1" name="Google Shape;491;p69"/>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492" name="Google Shape;492;p69"/>
          <p:cNvCxnSpPr/>
          <p:nvPr/>
        </p:nvCxnSpPr>
        <p:spPr>
          <a:xfrm>
            <a:off x="400050" y="3398719"/>
            <a:ext cx="8343900" cy="0"/>
          </a:xfrm>
          <a:prstGeom prst="straightConnector1">
            <a:avLst/>
          </a:prstGeom>
          <a:noFill/>
          <a:ln cap="flat" cmpd="sng" w="9525">
            <a:solidFill>
              <a:schemeClr val="dk1">
                <a:alpha val="25099"/>
              </a:schemeClr>
            </a:solidFill>
            <a:prstDash val="solid"/>
            <a:miter lim="800000"/>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53.xml"/><Relationship Id="rId42" Type="http://schemas.openxmlformats.org/officeDocument/2006/relationships/slideLayout" Target="../slideLayouts/slideLayout55.xml"/><Relationship Id="rId41" Type="http://schemas.openxmlformats.org/officeDocument/2006/relationships/slideLayout" Target="../slideLayouts/slideLayout54.xml"/><Relationship Id="rId44" Type="http://schemas.openxmlformats.org/officeDocument/2006/relationships/slideLayout" Target="../slideLayouts/slideLayout57.xml"/><Relationship Id="rId43" Type="http://schemas.openxmlformats.org/officeDocument/2006/relationships/slideLayout" Target="../slideLayouts/slideLayout56.xml"/><Relationship Id="rId46" Type="http://schemas.openxmlformats.org/officeDocument/2006/relationships/slideLayout" Target="../slideLayouts/slideLayout59.xml"/><Relationship Id="rId45" Type="http://schemas.openxmlformats.org/officeDocument/2006/relationships/slideLayout" Target="../slideLayouts/slideLayout58.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48" Type="http://schemas.openxmlformats.org/officeDocument/2006/relationships/slideLayout" Target="../slideLayouts/slideLayout61.xml"/><Relationship Id="rId47" Type="http://schemas.openxmlformats.org/officeDocument/2006/relationships/slideLayout" Target="../slideLayouts/slideLayout60.xml"/><Relationship Id="rId49" Type="http://schemas.openxmlformats.org/officeDocument/2006/relationships/slideLayout" Target="../slideLayouts/slideLayout6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31" Type="http://schemas.openxmlformats.org/officeDocument/2006/relationships/slideLayout" Target="../slideLayouts/slideLayout44.xml"/><Relationship Id="rId30" Type="http://schemas.openxmlformats.org/officeDocument/2006/relationships/slideLayout" Target="../slideLayouts/slideLayout43.xml"/><Relationship Id="rId33" Type="http://schemas.openxmlformats.org/officeDocument/2006/relationships/slideLayout" Target="../slideLayouts/slideLayout46.xml"/><Relationship Id="rId32" Type="http://schemas.openxmlformats.org/officeDocument/2006/relationships/slideLayout" Target="../slideLayouts/slideLayout45.xml"/><Relationship Id="rId35" Type="http://schemas.openxmlformats.org/officeDocument/2006/relationships/slideLayout" Target="../slideLayouts/slideLayout48.xml"/><Relationship Id="rId34" Type="http://schemas.openxmlformats.org/officeDocument/2006/relationships/slideLayout" Target="../slideLayouts/slideLayout47.xml"/><Relationship Id="rId37" Type="http://schemas.openxmlformats.org/officeDocument/2006/relationships/slideLayout" Target="../slideLayouts/slideLayout50.xml"/><Relationship Id="rId36" Type="http://schemas.openxmlformats.org/officeDocument/2006/relationships/slideLayout" Target="../slideLayouts/slideLayout49.xml"/><Relationship Id="rId39" Type="http://schemas.openxmlformats.org/officeDocument/2006/relationships/slideLayout" Target="../slideLayouts/slideLayout52.xml"/><Relationship Id="rId38" Type="http://schemas.openxmlformats.org/officeDocument/2006/relationships/slideLayout" Target="../slideLayouts/slideLayout51.xml"/><Relationship Id="rId20" Type="http://schemas.openxmlformats.org/officeDocument/2006/relationships/slideLayout" Target="../slideLayouts/slideLayout33.xml"/><Relationship Id="rId22" Type="http://schemas.openxmlformats.org/officeDocument/2006/relationships/slideLayout" Target="../slideLayouts/slideLayout35.xml"/><Relationship Id="rId21" Type="http://schemas.openxmlformats.org/officeDocument/2006/relationships/slideLayout" Target="../slideLayouts/slideLayout34.xml"/><Relationship Id="rId24" Type="http://schemas.openxmlformats.org/officeDocument/2006/relationships/slideLayout" Target="../slideLayouts/slideLayout37.xml"/><Relationship Id="rId23" Type="http://schemas.openxmlformats.org/officeDocument/2006/relationships/slideLayout" Target="../slideLayouts/slideLayout36.xml"/><Relationship Id="rId26" Type="http://schemas.openxmlformats.org/officeDocument/2006/relationships/slideLayout" Target="../slideLayouts/slideLayout39.xml"/><Relationship Id="rId25" Type="http://schemas.openxmlformats.org/officeDocument/2006/relationships/slideLayout" Target="../slideLayouts/slideLayout38.xml"/><Relationship Id="rId28" Type="http://schemas.openxmlformats.org/officeDocument/2006/relationships/slideLayout" Target="../slideLayouts/slideLayout41.xml"/><Relationship Id="rId27" Type="http://schemas.openxmlformats.org/officeDocument/2006/relationships/slideLayout" Target="../slideLayouts/slideLayout40.xml"/><Relationship Id="rId29" Type="http://schemas.openxmlformats.org/officeDocument/2006/relationships/slideLayout" Target="../slideLayouts/slideLayout42.xml"/><Relationship Id="rId51" Type="http://schemas.openxmlformats.org/officeDocument/2006/relationships/slideLayout" Target="../slideLayouts/slideLayout64.xml"/><Relationship Id="rId50" Type="http://schemas.openxmlformats.org/officeDocument/2006/relationships/slideLayout" Target="../slideLayouts/slideLayout63.xml"/><Relationship Id="rId53" Type="http://schemas.openxmlformats.org/officeDocument/2006/relationships/slideLayout" Target="../slideLayouts/slideLayout66.xml"/><Relationship Id="rId52" Type="http://schemas.openxmlformats.org/officeDocument/2006/relationships/slideLayout" Target="../slideLayouts/slideLayout6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54" Type="http://schemas.openxmlformats.org/officeDocument/2006/relationships/theme" Target="../theme/theme1.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5" Type="http://schemas.openxmlformats.org/officeDocument/2006/relationships/slideLayout" Target="../slideLayouts/slideLayout28.xml"/><Relationship Id="rId14" Type="http://schemas.openxmlformats.org/officeDocument/2006/relationships/slideLayout" Target="../slideLayouts/slideLayout27.xml"/><Relationship Id="rId17" Type="http://schemas.openxmlformats.org/officeDocument/2006/relationships/slideLayout" Target="../slideLayouts/slideLayout30.xml"/><Relationship Id="rId16" Type="http://schemas.openxmlformats.org/officeDocument/2006/relationships/slideLayout" Target="../slideLayouts/slideLayout29.xml"/><Relationship Id="rId19" Type="http://schemas.openxmlformats.org/officeDocument/2006/relationships/slideLayout" Target="../slideLayouts/slideLayout32.xml"/><Relationship Id="rId1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0" name="Shape 50"/>
        <p:cNvGrpSpPr/>
        <p:nvPr/>
      </p:nvGrpSpPr>
      <p:grpSpPr>
        <a:xfrm>
          <a:off x="0" y="0"/>
          <a:ext cx="0" cy="0"/>
          <a:chOff x="0" y="0"/>
          <a:chExt cx="0" cy="0"/>
        </a:xfrm>
      </p:grpSpPr>
      <p:cxnSp>
        <p:nvCxnSpPr>
          <p:cNvPr id="51" name="Google Shape;51;p13"/>
          <p:cNvCxnSpPr/>
          <p:nvPr/>
        </p:nvCxnSpPr>
        <p:spPr>
          <a:xfrm>
            <a:off x="397764" y="400050"/>
            <a:ext cx="8343900" cy="0"/>
          </a:xfrm>
          <a:prstGeom prst="straightConnector1">
            <a:avLst/>
          </a:prstGeom>
          <a:noFill/>
          <a:ln cap="flat" cmpd="sng" w="9525">
            <a:solidFill>
              <a:schemeClr val="lt1">
                <a:alpha val="25099"/>
              </a:schemeClr>
            </a:solidFill>
            <a:prstDash val="solid"/>
            <a:miter lim="800000"/>
            <a:headEnd len="sm" w="sm" type="none"/>
            <a:tailEnd len="sm" w="sm" type="none"/>
          </a:ln>
        </p:spPr>
      </p:cxnSp>
      <p:sp>
        <p:nvSpPr>
          <p:cNvPr id="52" name="Google Shape;52;p13"/>
          <p:cNvSpPr txBox="1"/>
          <p:nvPr>
            <p:ph type="title"/>
          </p:nvPr>
        </p:nvSpPr>
        <p:spPr>
          <a:xfrm>
            <a:off x="311237" y="518901"/>
            <a:ext cx="8432700" cy="675900"/>
          </a:xfrm>
          <a:prstGeom prst="rect">
            <a:avLst/>
          </a:prstGeom>
          <a:noFill/>
          <a:ln>
            <a:noFill/>
          </a:ln>
        </p:spPr>
        <p:txBody>
          <a:bodyPr anchorCtr="0" anchor="t" bIns="34275" lIns="68575" spcFirstLastPara="1" rIns="68575" wrap="square" tIns="34275">
            <a:normAutofit/>
          </a:bodyPr>
          <a:lstStyle>
            <a:lvl1pPr lvl="0" marR="0" algn="l">
              <a:lnSpc>
                <a:spcPct val="90000"/>
              </a:lnSpc>
              <a:spcBef>
                <a:spcPts val="0"/>
              </a:spcBef>
              <a:spcAft>
                <a:spcPts val="0"/>
              </a:spcAft>
              <a:buClr>
                <a:schemeClr val="lt1"/>
              </a:buClr>
              <a:buSzPts val="2400"/>
              <a:buFont typeface="Open Sans"/>
              <a:buNone/>
              <a:defRPr b="0" i="0" sz="2400" u="none" cap="none" strike="noStrike">
                <a:solidFill>
                  <a:schemeClr val="lt1"/>
                </a:solidFill>
                <a:latin typeface="Open Sans"/>
                <a:ea typeface="Open Sans"/>
                <a:cs typeface="Open Sans"/>
                <a:sym typeface="Open Sans"/>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3" name="Google Shape;53;p13"/>
          <p:cNvSpPr txBox="1"/>
          <p:nvPr>
            <p:ph idx="1" type="body"/>
          </p:nvPr>
        </p:nvSpPr>
        <p:spPr>
          <a:xfrm>
            <a:off x="313230" y="1316065"/>
            <a:ext cx="8430600" cy="3308400"/>
          </a:xfrm>
          <a:prstGeom prst="rect">
            <a:avLst/>
          </a:prstGeom>
          <a:noFill/>
          <a:ln>
            <a:noFill/>
          </a:ln>
        </p:spPr>
        <p:txBody>
          <a:bodyPr anchorCtr="0" anchor="t" bIns="34275" lIns="68575" spcFirstLastPara="1" rIns="68575" wrap="square" tIns="34275">
            <a:normAutofit/>
          </a:bodyPr>
          <a:lstStyle>
            <a:lvl1pPr indent="-298450" lvl="0" marL="457200" marR="0" algn="l">
              <a:lnSpc>
                <a:spcPct val="120000"/>
              </a:lnSpc>
              <a:spcBef>
                <a:spcPts val="800"/>
              </a:spcBef>
              <a:spcAft>
                <a:spcPts val="0"/>
              </a:spcAft>
              <a:buClr>
                <a:schemeClr val="lt1"/>
              </a:buClr>
              <a:buSzPts val="1100"/>
              <a:buFont typeface="Arial"/>
              <a:buChar char="•"/>
              <a:defRPr b="0" i="0" sz="1100" u="none" cap="none" strike="noStrike">
                <a:solidFill>
                  <a:schemeClr val="lt1"/>
                </a:solidFill>
                <a:latin typeface="Arial"/>
                <a:ea typeface="Arial"/>
                <a:cs typeface="Arial"/>
                <a:sym typeface="Arial"/>
              </a:defRPr>
            </a:lvl1pPr>
            <a:lvl2pPr indent="-298450" lvl="1" marL="914400" marR="0" algn="l">
              <a:lnSpc>
                <a:spcPct val="120000"/>
              </a:lnSpc>
              <a:spcBef>
                <a:spcPts val="400"/>
              </a:spcBef>
              <a:spcAft>
                <a:spcPts val="0"/>
              </a:spcAft>
              <a:buClr>
                <a:schemeClr val="lt1"/>
              </a:buClr>
              <a:buSzPts val="1100"/>
              <a:buFont typeface="Arial"/>
              <a:buChar char="•"/>
              <a:defRPr b="0" i="0" sz="1100" u="none" cap="none" strike="noStrike">
                <a:solidFill>
                  <a:schemeClr val="lt1"/>
                </a:solidFill>
                <a:latin typeface="Arial"/>
                <a:ea typeface="Arial"/>
                <a:cs typeface="Arial"/>
                <a:sym typeface="Arial"/>
              </a:defRPr>
            </a:lvl2pPr>
            <a:lvl3pPr indent="-298450" lvl="2" marL="1371600" marR="0" algn="l">
              <a:lnSpc>
                <a:spcPct val="120000"/>
              </a:lnSpc>
              <a:spcBef>
                <a:spcPts val="400"/>
              </a:spcBef>
              <a:spcAft>
                <a:spcPts val="0"/>
              </a:spcAft>
              <a:buClr>
                <a:schemeClr val="lt1"/>
              </a:buClr>
              <a:buSzPts val="1100"/>
              <a:buFont typeface="Arial"/>
              <a:buChar char="•"/>
              <a:defRPr b="0" i="0" sz="1100" u="none" cap="none" strike="noStrike">
                <a:solidFill>
                  <a:schemeClr val="lt1"/>
                </a:solidFill>
                <a:latin typeface="Arial"/>
                <a:ea typeface="Arial"/>
                <a:cs typeface="Arial"/>
                <a:sym typeface="Arial"/>
              </a:defRPr>
            </a:lvl3pPr>
            <a:lvl4pPr indent="-298450" lvl="3" marL="1828800" marR="0" algn="l">
              <a:lnSpc>
                <a:spcPct val="120000"/>
              </a:lnSpc>
              <a:spcBef>
                <a:spcPts val="400"/>
              </a:spcBef>
              <a:spcAft>
                <a:spcPts val="0"/>
              </a:spcAft>
              <a:buClr>
                <a:schemeClr val="lt1"/>
              </a:buClr>
              <a:buSzPts val="1100"/>
              <a:buFont typeface="Arial"/>
              <a:buChar char="•"/>
              <a:defRPr b="0" i="0" sz="1100" u="none" cap="none" strike="noStrike">
                <a:solidFill>
                  <a:schemeClr val="lt1"/>
                </a:solidFill>
                <a:latin typeface="Arial"/>
                <a:ea typeface="Arial"/>
                <a:cs typeface="Arial"/>
                <a:sym typeface="Arial"/>
              </a:defRPr>
            </a:lvl4pPr>
            <a:lvl5pPr indent="-298450" lvl="4" marL="2286000" marR="0" algn="l">
              <a:lnSpc>
                <a:spcPct val="120000"/>
              </a:lnSpc>
              <a:spcBef>
                <a:spcPts val="400"/>
              </a:spcBef>
              <a:spcAft>
                <a:spcPts val="0"/>
              </a:spcAft>
              <a:buClr>
                <a:schemeClr val="lt1"/>
              </a:buClr>
              <a:buSzPts val="1100"/>
              <a:buFont typeface="Arial"/>
              <a:buChar char="•"/>
              <a:defRPr b="0" i="0" sz="1100" u="none" cap="none" strike="noStrike">
                <a:solidFill>
                  <a:schemeClr val="lt1"/>
                </a:solidFill>
                <a:latin typeface="Arial"/>
                <a:ea typeface="Arial"/>
                <a:cs typeface="Arial"/>
                <a:sym typeface="Arial"/>
              </a:defRPr>
            </a:lvl5pPr>
            <a:lvl6pPr indent="-317500" lvl="5" marL="27432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6pPr>
            <a:lvl7pPr indent="-317500" lvl="6" marL="32004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7pPr>
            <a:lvl8pPr indent="-317500" lvl="7" marL="36576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8pPr>
            <a:lvl9pPr indent="-317500" lvl="8" marL="4114800"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Arial"/>
                <a:ea typeface="Arial"/>
                <a:cs typeface="Arial"/>
                <a:sym typeface="Arial"/>
              </a:defRPr>
            </a:lvl9pPr>
          </a:lstStyle>
          <a:p/>
        </p:txBody>
      </p:sp>
      <p:sp>
        <p:nvSpPr>
          <p:cNvPr id="54" name="Google Shape;54;p13"/>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700" u="none" cap="none" strike="noStrike">
                <a:solidFill>
                  <a:schemeClr val="lt1"/>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lt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lt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lt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lt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lt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lt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lt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lt1"/>
                </a:solidFill>
                <a:latin typeface="Arial"/>
                <a:ea typeface="Arial"/>
                <a:cs typeface="Arial"/>
                <a:sym typeface="Arial"/>
              </a:defRPr>
            </a:lvl9pPr>
          </a:lstStyle>
          <a:p/>
        </p:txBody>
      </p:sp>
      <p:sp>
        <p:nvSpPr>
          <p:cNvPr id="55" name="Google Shape;55;p13"/>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marR="0" algn="r">
              <a:spcBef>
                <a:spcPts val="0"/>
              </a:spcBef>
              <a:spcAft>
                <a:spcPts val="0"/>
              </a:spcAft>
              <a:buSzPts val="1100"/>
              <a:buNone/>
              <a:defRPr b="0" i="0" sz="700" u="none" cap="none" strike="noStrike">
                <a:solidFill>
                  <a:schemeClr val="lt1"/>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lt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lt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lt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lt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lt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lt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lt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lt1"/>
                </a:solidFill>
                <a:latin typeface="Arial"/>
                <a:ea typeface="Arial"/>
                <a:cs typeface="Arial"/>
                <a:sym typeface="Arial"/>
              </a:defRPr>
            </a:lvl9pPr>
          </a:lstStyle>
          <a:p/>
        </p:txBody>
      </p:sp>
      <p:sp>
        <p:nvSpPr>
          <p:cNvPr id="56" name="Google Shape;56;p13"/>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700" u="none" cap="none" strike="noStrike">
                <a:solidFill>
                  <a:schemeClr val="lt1"/>
                </a:solidFill>
                <a:latin typeface="Arial"/>
                <a:ea typeface="Arial"/>
                <a:cs typeface="Arial"/>
                <a:sym typeface="Arial"/>
              </a:defRPr>
            </a:lvl1pPr>
            <a:lvl2pPr indent="0" lvl="1" marL="0" marR="0" algn="r">
              <a:spcBef>
                <a:spcPts val="0"/>
              </a:spcBef>
              <a:buNone/>
              <a:defRPr b="0" i="0" sz="700" u="none" cap="none" strike="noStrike">
                <a:solidFill>
                  <a:schemeClr val="lt1"/>
                </a:solidFill>
                <a:latin typeface="Arial"/>
                <a:ea typeface="Arial"/>
                <a:cs typeface="Arial"/>
                <a:sym typeface="Arial"/>
              </a:defRPr>
            </a:lvl2pPr>
            <a:lvl3pPr indent="0" lvl="2" marL="0" marR="0" algn="r">
              <a:spcBef>
                <a:spcPts val="0"/>
              </a:spcBef>
              <a:buNone/>
              <a:defRPr b="0" i="0" sz="700" u="none" cap="none" strike="noStrike">
                <a:solidFill>
                  <a:schemeClr val="lt1"/>
                </a:solidFill>
                <a:latin typeface="Arial"/>
                <a:ea typeface="Arial"/>
                <a:cs typeface="Arial"/>
                <a:sym typeface="Arial"/>
              </a:defRPr>
            </a:lvl3pPr>
            <a:lvl4pPr indent="0" lvl="3" marL="0" marR="0" algn="r">
              <a:spcBef>
                <a:spcPts val="0"/>
              </a:spcBef>
              <a:buNone/>
              <a:defRPr b="0" i="0" sz="700" u="none" cap="none" strike="noStrike">
                <a:solidFill>
                  <a:schemeClr val="lt1"/>
                </a:solidFill>
                <a:latin typeface="Arial"/>
                <a:ea typeface="Arial"/>
                <a:cs typeface="Arial"/>
                <a:sym typeface="Arial"/>
              </a:defRPr>
            </a:lvl4pPr>
            <a:lvl5pPr indent="0" lvl="4" marL="0" marR="0" algn="r">
              <a:spcBef>
                <a:spcPts val="0"/>
              </a:spcBef>
              <a:buNone/>
              <a:defRPr b="0" i="0" sz="700" u="none" cap="none" strike="noStrike">
                <a:solidFill>
                  <a:schemeClr val="lt1"/>
                </a:solidFill>
                <a:latin typeface="Arial"/>
                <a:ea typeface="Arial"/>
                <a:cs typeface="Arial"/>
                <a:sym typeface="Arial"/>
              </a:defRPr>
            </a:lvl5pPr>
            <a:lvl6pPr indent="0" lvl="5" marL="0" marR="0" algn="r">
              <a:spcBef>
                <a:spcPts val="0"/>
              </a:spcBef>
              <a:buNone/>
              <a:defRPr b="0" i="0" sz="700" u="none" cap="none" strike="noStrike">
                <a:solidFill>
                  <a:schemeClr val="lt1"/>
                </a:solidFill>
                <a:latin typeface="Arial"/>
                <a:ea typeface="Arial"/>
                <a:cs typeface="Arial"/>
                <a:sym typeface="Arial"/>
              </a:defRPr>
            </a:lvl6pPr>
            <a:lvl7pPr indent="0" lvl="6" marL="0" marR="0" algn="r">
              <a:spcBef>
                <a:spcPts val="0"/>
              </a:spcBef>
              <a:buNone/>
              <a:defRPr b="0" i="0" sz="700" u="none" cap="none" strike="noStrike">
                <a:solidFill>
                  <a:schemeClr val="lt1"/>
                </a:solidFill>
                <a:latin typeface="Arial"/>
                <a:ea typeface="Arial"/>
                <a:cs typeface="Arial"/>
                <a:sym typeface="Arial"/>
              </a:defRPr>
            </a:lvl7pPr>
            <a:lvl8pPr indent="0" lvl="7" marL="0" marR="0" algn="r">
              <a:spcBef>
                <a:spcPts val="0"/>
              </a:spcBef>
              <a:buNone/>
              <a:defRPr b="0" i="0" sz="700" u="none" cap="none" strike="noStrike">
                <a:solidFill>
                  <a:schemeClr val="lt1"/>
                </a:solidFill>
                <a:latin typeface="Arial"/>
                <a:ea typeface="Arial"/>
                <a:cs typeface="Arial"/>
                <a:sym typeface="Arial"/>
              </a:defRPr>
            </a:lvl8pPr>
            <a:lvl9pPr indent="0" lvl="8" marL="0" marR="0" algn="r">
              <a:spcBef>
                <a:spcPts val="0"/>
              </a:spcBef>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988">
          <p15:clr>
            <a:srgbClr val="F26B43"/>
          </p15:clr>
        </p15:guide>
        <p15:guide id="2" pos="3096">
          <p15:clr>
            <a:srgbClr val="F26B43"/>
          </p15:clr>
        </p15:guide>
        <p15:guide id="3" pos="2592">
          <p15:clr>
            <a:srgbClr val="F26B43"/>
          </p15:clr>
        </p15:guide>
        <p15:guide id="4" pos="2088">
          <p15:clr>
            <a:srgbClr val="F26B43"/>
          </p15:clr>
        </p15:guide>
        <p15:guide id="5" pos="252">
          <p15:clr>
            <a:srgbClr val="F26B43"/>
          </p15:clr>
        </p15:guide>
        <p15:guide id="6" pos="5508">
          <p15:clr>
            <a:srgbClr val="F26B43"/>
          </p15:clr>
        </p15:guide>
        <p15:guide id="7" orient="horz" pos="252">
          <p15:clr>
            <a:srgbClr val="F26B43"/>
          </p15:clr>
        </p15:guide>
        <p15:guide id="8" pos="198">
          <p15:clr>
            <a:srgbClr val="F26B43"/>
          </p15:clr>
        </p15:guide>
        <p15:guide id="9" pos="3600">
          <p15:clr>
            <a:srgbClr val="F26B43"/>
          </p15:clr>
        </p15:guide>
        <p15:guide id="10" pos="1584">
          <p15:clr>
            <a:srgbClr val="F26B43"/>
          </p15:clr>
        </p15:guide>
        <p15:guide id="11" pos="410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cxnSp>
        <p:nvCxnSpPr>
          <p:cNvPr id="74" name="Google Shape;74;p16"/>
          <p:cNvCxnSpPr/>
          <p:nvPr/>
        </p:nvCxnSpPr>
        <p:spPr>
          <a:xfrm>
            <a:off x="397764" y="400050"/>
            <a:ext cx="8343900" cy="0"/>
          </a:xfrm>
          <a:prstGeom prst="straightConnector1">
            <a:avLst/>
          </a:prstGeom>
          <a:noFill/>
          <a:ln cap="flat" cmpd="sng" w="9525">
            <a:solidFill>
              <a:schemeClr val="dk1">
                <a:alpha val="25099"/>
              </a:schemeClr>
            </a:solidFill>
            <a:prstDash val="solid"/>
            <a:miter lim="800000"/>
            <a:headEnd len="sm" w="sm" type="none"/>
            <a:tailEnd len="sm" w="sm" type="none"/>
          </a:ln>
        </p:spPr>
      </p:cxnSp>
      <p:sp>
        <p:nvSpPr>
          <p:cNvPr id="75" name="Google Shape;75;p16"/>
          <p:cNvSpPr txBox="1"/>
          <p:nvPr>
            <p:ph type="title"/>
          </p:nvPr>
        </p:nvSpPr>
        <p:spPr>
          <a:xfrm>
            <a:off x="311237" y="518901"/>
            <a:ext cx="8432700" cy="675900"/>
          </a:xfrm>
          <a:prstGeom prst="rect">
            <a:avLst/>
          </a:prstGeom>
          <a:noFill/>
          <a:ln>
            <a:noFill/>
          </a:ln>
        </p:spPr>
        <p:txBody>
          <a:bodyPr anchorCtr="0" anchor="t" bIns="34275" lIns="68575" spcFirstLastPara="1" rIns="68575" wrap="square" tIns="34275">
            <a:normAutofit/>
          </a:bodyPr>
          <a:lstStyle>
            <a:lvl1pPr lvl="0" marR="0" algn="l">
              <a:lnSpc>
                <a:spcPct val="90000"/>
              </a:lnSpc>
              <a:spcBef>
                <a:spcPts val="0"/>
              </a:spcBef>
              <a:spcAft>
                <a:spcPts val="0"/>
              </a:spcAft>
              <a:buClr>
                <a:schemeClr val="dk1"/>
              </a:buClr>
              <a:buSzPts val="2400"/>
              <a:buFont typeface="Open Sans"/>
              <a:buNone/>
              <a:defRPr b="0" i="0" sz="2400" u="none" cap="none" strike="noStrike">
                <a:solidFill>
                  <a:schemeClr val="dk1"/>
                </a:solidFill>
                <a:latin typeface="Open Sans"/>
                <a:ea typeface="Open Sans"/>
                <a:cs typeface="Open Sans"/>
                <a:sym typeface="Open Sans"/>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6" name="Google Shape;76;p16"/>
          <p:cNvSpPr txBox="1"/>
          <p:nvPr>
            <p:ph idx="1" type="body"/>
          </p:nvPr>
        </p:nvSpPr>
        <p:spPr>
          <a:xfrm>
            <a:off x="313230" y="1316065"/>
            <a:ext cx="8430600" cy="3308400"/>
          </a:xfrm>
          <a:prstGeom prst="rect">
            <a:avLst/>
          </a:prstGeom>
          <a:noFill/>
          <a:ln>
            <a:noFill/>
          </a:ln>
        </p:spPr>
        <p:txBody>
          <a:bodyPr anchorCtr="0" anchor="t" bIns="34275" lIns="68575" spcFirstLastPara="1" rIns="68575" wrap="square" tIns="34275">
            <a:normAutofit/>
          </a:bodyPr>
          <a:lstStyle>
            <a:lvl1pPr indent="-298450" lvl="0" marL="457200" marR="0" algn="l">
              <a:lnSpc>
                <a:spcPct val="120000"/>
              </a:lnSpc>
              <a:spcBef>
                <a:spcPts val="8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1pPr>
            <a:lvl2pPr indent="-298450" lvl="1" marL="914400" marR="0" algn="l">
              <a:lnSpc>
                <a:spcPct val="12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2pPr>
            <a:lvl3pPr indent="-298450" lvl="2" marL="1371600" marR="0" algn="l">
              <a:lnSpc>
                <a:spcPct val="12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3pPr>
            <a:lvl4pPr indent="-298450" lvl="3" marL="1828800" marR="0" algn="l">
              <a:lnSpc>
                <a:spcPct val="12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algn="l">
              <a:lnSpc>
                <a:spcPct val="12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77" name="Google Shape;77;p16"/>
          <p:cNvSpPr txBox="1"/>
          <p:nvPr>
            <p:ph idx="11" type="ftr"/>
          </p:nvPr>
        </p:nvSpPr>
        <p:spPr>
          <a:xfrm>
            <a:off x="326143" y="4819568"/>
            <a:ext cx="35166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sz="700">
                <a:solidFill>
                  <a:schemeClr val="dk1"/>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78" name="Google Shape;78;p16"/>
          <p:cNvSpPr txBox="1"/>
          <p:nvPr>
            <p:ph idx="10" type="dt"/>
          </p:nvPr>
        </p:nvSpPr>
        <p:spPr>
          <a:xfrm>
            <a:off x="5884654" y="4819568"/>
            <a:ext cx="2495700" cy="273900"/>
          </a:xfrm>
          <a:prstGeom prst="rect">
            <a:avLst/>
          </a:prstGeom>
          <a:noFill/>
          <a:ln>
            <a:noFill/>
          </a:ln>
        </p:spPr>
        <p:txBody>
          <a:bodyPr anchorCtr="0" anchor="ctr" bIns="34275" lIns="68575" spcFirstLastPara="1" rIns="68575" wrap="square" tIns="34275">
            <a:noAutofit/>
          </a:bodyPr>
          <a:lstStyle>
            <a:lvl1pPr lvl="0" marR="0" algn="r">
              <a:spcBef>
                <a:spcPts val="0"/>
              </a:spcBef>
              <a:spcAft>
                <a:spcPts val="0"/>
              </a:spcAft>
              <a:buSzPts val="1100"/>
              <a:buNone/>
              <a:defRPr sz="700">
                <a:solidFill>
                  <a:schemeClr val="dk1"/>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79" name="Google Shape;79;p16"/>
          <p:cNvSpPr txBox="1"/>
          <p:nvPr>
            <p:ph idx="12" type="sldNum"/>
          </p:nvPr>
        </p:nvSpPr>
        <p:spPr>
          <a:xfrm>
            <a:off x="8374640" y="4819568"/>
            <a:ext cx="4524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sz="700" u="none">
                <a:solidFill>
                  <a:schemeClr val="dk1"/>
                </a:solidFill>
                <a:latin typeface="Arial"/>
                <a:ea typeface="Arial"/>
                <a:cs typeface="Arial"/>
                <a:sym typeface="Arial"/>
              </a:defRPr>
            </a:lvl1pPr>
            <a:lvl2pPr indent="0" lvl="1" marL="0" marR="0" algn="r">
              <a:spcBef>
                <a:spcPts val="0"/>
              </a:spcBef>
              <a:buNone/>
              <a:defRPr b="0" sz="700" u="none">
                <a:solidFill>
                  <a:schemeClr val="dk1"/>
                </a:solidFill>
                <a:latin typeface="Arial"/>
                <a:ea typeface="Arial"/>
                <a:cs typeface="Arial"/>
                <a:sym typeface="Arial"/>
              </a:defRPr>
            </a:lvl2pPr>
            <a:lvl3pPr indent="0" lvl="2" marL="0" marR="0" algn="r">
              <a:spcBef>
                <a:spcPts val="0"/>
              </a:spcBef>
              <a:buNone/>
              <a:defRPr b="0" sz="700" u="none">
                <a:solidFill>
                  <a:schemeClr val="dk1"/>
                </a:solidFill>
                <a:latin typeface="Arial"/>
                <a:ea typeface="Arial"/>
                <a:cs typeface="Arial"/>
                <a:sym typeface="Arial"/>
              </a:defRPr>
            </a:lvl3pPr>
            <a:lvl4pPr indent="0" lvl="3" marL="0" marR="0" algn="r">
              <a:spcBef>
                <a:spcPts val="0"/>
              </a:spcBef>
              <a:buNone/>
              <a:defRPr b="0" sz="700" u="none">
                <a:solidFill>
                  <a:schemeClr val="dk1"/>
                </a:solidFill>
                <a:latin typeface="Arial"/>
                <a:ea typeface="Arial"/>
                <a:cs typeface="Arial"/>
                <a:sym typeface="Arial"/>
              </a:defRPr>
            </a:lvl4pPr>
            <a:lvl5pPr indent="0" lvl="4" marL="0" marR="0" algn="r">
              <a:spcBef>
                <a:spcPts val="0"/>
              </a:spcBef>
              <a:buNone/>
              <a:defRPr b="0" sz="700" u="none">
                <a:solidFill>
                  <a:schemeClr val="dk1"/>
                </a:solidFill>
                <a:latin typeface="Arial"/>
                <a:ea typeface="Arial"/>
                <a:cs typeface="Arial"/>
                <a:sym typeface="Arial"/>
              </a:defRPr>
            </a:lvl5pPr>
            <a:lvl6pPr indent="0" lvl="5" marL="0" marR="0" algn="r">
              <a:spcBef>
                <a:spcPts val="0"/>
              </a:spcBef>
              <a:buNone/>
              <a:defRPr b="0" sz="700" u="none">
                <a:solidFill>
                  <a:schemeClr val="dk1"/>
                </a:solidFill>
                <a:latin typeface="Arial"/>
                <a:ea typeface="Arial"/>
                <a:cs typeface="Arial"/>
                <a:sym typeface="Arial"/>
              </a:defRPr>
            </a:lvl6pPr>
            <a:lvl7pPr indent="0" lvl="6" marL="0" marR="0" algn="r">
              <a:spcBef>
                <a:spcPts val="0"/>
              </a:spcBef>
              <a:buNone/>
              <a:defRPr b="0" sz="700" u="none">
                <a:solidFill>
                  <a:schemeClr val="dk1"/>
                </a:solidFill>
                <a:latin typeface="Arial"/>
                <a:ea typeface="Arial"/>
                <a:cs typeface="Arial"/>
                <a:sym typeface="Arial"/>
              </a:defRPr>
            </a:lvl7pPr>
            <a:lvl8pPr indent="0" lvl="7" marL="0" marR="0" algn="r">
              <a:spcBef>
                <a:spcPts val="0"/>
              </a:spcBef>
              <a:buNone/>
              <a:defRPr b="0" sz="700" u="none">
                <a:solidFill>
                  <a:schemeClr val="dk1"/>
                </a:solidFill>
                <a:latin typeface="Arial"/>
                <a:ea typeface="Arial"/>
                <a:cs typeface="Arial"/>
                <a:sym typeface="Arial"/>
              </a:defRPr>
            </a:lvl8pPr>
            <a:lvl9pPr indent="0" lvl="8" marL="0" marR="0" algn="r">
              <a:spcBef>
                <a:spcPts val="0"/>
              </a:spcBef>
              <a:buNone/>
              <a:defRPr b="0" sz="7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988">
          <p15:clr>
            <a:srgbClr val="F26B43"/>
          </p15:clr>
        </p15:guide>
        <p15:guide id="2" pos="3096">
          <p15:clr>
            <a:srgbClr val="F26B43"/>
          </p15:clr>
        </p15:guide>
        <p15:guide id="3" pos="2592">
          <p15:clr>
            <a:srgbClr val="F26B43"/>
          </p15:clr>
        </p15:guide>
        <p15:guide id="4" pos="2088">
          <p15:clr>
            <a:srgbClr val="F26B43"/>
          </p15:clr>
        </p15:guide>
        <p15:guide id="5" pos="252">
          <p15:clr>
            <a:srgbClr val="F26B43"/>
          </p15:clr>
        </p15:guide>
        <p15:guide id="6" pos="5508">
          <p15:clr>
            <a:srgbClr val="F26B43"/>
          </p15:clr>
        </p15:guide>
        <p15:guide id="7" orient="horz" pos="252">
          <p15:clr>
            <a:srgbClr val="F26B43"/>
          </p15:clr>
        </p15:guide>
        <p15:guide id="8" pos="198">
          <p15:clr>
            <a:srgbClr val="F26B43"/>
          </p15:clr>
        </p15:guide>
        <p15:guide id="9" pos="3600">
          <p15:clr>
            <a:srgbClr val="F26B43"/>
          </p15:clr>
        </p15:guide>
        <p15:guide id="10" pos="1584">
          <p15:clr>
            <a:srgbClr val="F26B43"/>
          </p15:clr>
        </p15:guide>
        <p15:guide id="11" pos="410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hyperlink" Target="https://pubmed.ncbi.nlm.nih.gov/?term=%22Rodriguez-Merchan%20EC%22%5BAuthor%5D" TargetMode="External"/><Relationship Id="rId8" Type="http://schemas.openxmlformats.org/officeDocument/2006/relationships/hyperlink" Target="https://pubmed.ncbi.nlm.nih.gov/?term=%22Nham%20FH%22%5BAuthor%5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31.png"/><Relationship Id="rId5" Type="http://schemas.openxmlformats.org/officeDocument/2006/relationships/image" Target="../media/image8.png"/><Relationship Id="rId6"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28.png"/><Relationship Id="rId5" Type="http://schemas.openxmlformats.org/officeDocument/2006/relationships/image" Target="../media/image26.png"/><Relationship Id="rId6" Type="http://schemas.openxmlformats.org/officeDocument/2006/relationships/image" Target="../media/image19.png"/><Relationship Id="rId7"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22.png"/><Relationship Id="rId5"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7.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hyperlink" Target="https://github.com/Foluwa/HRfH-2026-Team-4-Task-2" TargetMode="External"/><Relationship Id="rId4" Type="http://schemas.openxmlformats.org/officeDocument/2006/relationships/hyperlink" Target="https://github.com/Foluwa/HRfH-2026-Team-4" TargetMode="External"/><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7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Hackathon Results</a:t>
            </a:r>
            <a:endParaRPr/>
          </a:p>
        </p:txBody>
      </p:sp>
      <p:sp>
        <p:nvSpPr>
          <p:cNvPr id="498" name="Google Shape;498;p7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935"/>
              <a:buNone/>
            </a:pPr>
            <a:r>
              <a:rPr lang="en" sz="1780"/>
              <a:t>Folu Akintola, I-Han Cheng, Alessandro Rizzi and Francisca Valenzuela-Mella</a:t>
            </a:r>
            <a:endParaRPr sz="1780"/>
          </a:p>
        </p:txBody>
      </p:sp>
      <p:pic>
        <p:nvPicPr>
          <p:cNvPr id="499" name="Google Shape;499;p70" title="Screenshot 2026-05-14 at 12.12.42.png"/>
          <p:cNvPicPr preferRelativeResize="0"/>
          <p:nvPr/>
        </p:nvPicPr>
        <p:blipFill>
          <a:blip r:embed="rId3">
            <a:alphaModFix/>
          </a:blip>
          <a:stretch>
            <a:fillRect/>
          </a:stretch>
        </p:blipFill>
        <p:spPr>
          <a:xfrm>
            <a:off x="7033600" y="262550"/>
            <a:ext cx="1854650" cy="1508100"/>
          </a:xfrm>
          <a:prstGeom prst="rect">
            <a:avLst/>
          </a:prstGeom>
          <a:noFill/>
          <a:ln>
            <a:noFill/>
          </a:ln>
        </p:spPr>
      </p:pic>
      <p:pic>
        <p:nvPicPr>
          <p:cNvPr id="500" name="Google Shape;500;p70"/>
          <p:cNvPicPr preferRelativeResize="0"/>
          <p:nvPr/>
        </p:nvPicPr>
        <p:blipFill>
          <a:blip r:embed="rId4">
            <a:alphaModFix/>
          </a:blip>
          <a:stretch>
            <a:fillRect/>
          </a:stretch>
        </p:blipFill>
        <p:spPr>
          <a:xfrm>
            <a:off x="7966575" y="4196250"/>
            <a:ext cx="1177425" cy="1177425"/>
          </a:xfrm>
          <a:prstGeom prst="rect">
            <a:avLst/>
          </a:prstGeom>
          <a:noFill/>
          <a:ln>
            <a:noFill/>
          </a:ln>
        </p:spPr>
      </p:pic>
      <p:pic>
        <p:nvPicPr>
          <p:cNvPr id="501" name="Google Shape;501;p70" title="Screenshot 2026-05-15 at 10.15.45.png"/>
          <p:cNvPicPr preferRelativeResize="0"/>
          <p:nvPr/>
        </p:nvPicPr>
        <p:blipFill>
          <a:blip r:embed="rId5">
            <a:alphaModFix/>
          </a:blip>
          <a:stretch>
            <a:fillRect/>
          </a:stretch>
        </p:blipFill>
        <p:spPr>
          <a:xfrm>
            <a:off x="0" y="4595383"/>
            <a:ext cx="1373765" cy="495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71"/>
          <p:cNvSpPr txBox="1"/>
          <p:nvPr>
            <p:ph type="title"/>
          </p:nvPr>
        </p:nvSpPr>
        <p:spPr>
          <a:xfrm>
            <a:off x="320248" y="3732028"/>
            <a:ext cx="6720900" cy="9675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lt1"/>
              </a:buClr>
              <a:buSzPts val="5000"/>
              <a:buFont typeface="Open Sans"/>
              <a:buNone/>
            </a:pPr>
            <a:r>
              <a:rPr lang="en"/>
              <a:t>#1</a:t>
            </a:r>
            <a:r>
              <a:rPr lang="en"/>
              <a:t>Task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pic>
        <p:nvPicPr>
          <p:cNvPr id="512" name="Google Shape;512;p72" title="Screenshot 2026-05-14 at 12.12.42.png"/>
          <p:cNvPicPr preferRelativeResize="0"/>
          <p:nvPr/>
        </p:nvPicPr>
        <p:blipFill>
          <a:blip r:embed="rId3">
            <a:alphaModFix/>
          </a:blip>
          <a:stretch>
            <a:fillRect/>
          </a:stretch>
        </p:blipFill>
        <p:spPr>
          <a:xfrm>
            <a:off x="8214475" y="109425"/>
            <a:ext cx="810826" cy="659315"/>
          </a:xfrm>
          <a:prstGeom prst="rect">
            <a:avLst/>
          </a:prstGeom>
          <a:noFill/>
          <a:ln>
            <a:noFill/>
          </a:ln>
        </p:spPr>
      </p:pic>
      <p:sp>
        <p:nvSpPr>
          <p:cNvPr id="513" name="Google Shape;513;p72"/>
          <p:cNvSpPr txBox="1"/>
          <p:nvPr/>
        </p:nvSpPr>
        <p:spPr>
          <a:xfrm>
            <a:off x="399075" y="495125"/>
            <a:ext cx="6634500" cy="440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Task 1</a:t>
            </a:r>
            <a:endParaRPr b="1" sz="1800">
              <a:solidFill>
                <a:schemeClr val="dk2"/>
              </a:solidFill>
            </a:endParaRPr>
          </a:p>
          <a:p>
            <a:pPr indent="0" lvl="0" marL="0" rtl="0" algn="l">
              <a:spcBef>
                <a:spcPts val="0"/>
              </a:spcBef>
              <a:spcAft>
                <a:spcPts val="0"/>
              </a:spcAft>
              <a:buNone/>
            </a:pPr>
            <a:r>
              <a:t/>
            </a:r>
            <a:endParaRPr sz="1200">
              <a:solidFill>
                <a:srgbClr val="1F2328"/>
              </a:solidFill>
              <a:highlight>
                <a:srgbClr val="FFFFFF"/>
              </a:highlight>
            </a:endParaRPr>
          </a:p>
          <a:p>
            <a:pPr indent="0" lvl="0" marL="0" rtl="0" algn="l">
              <a:spcBef>
                <a:spcPts val="0"/>
              </a:spcBef>
              <a:spcAft>
                <a:spcPts val="0"/>
              </a:spcAft>
              <a:buNone/>
            </a:pPr>
            <a:r>
              <a:t/>
            </a:r>
            <a:endParaRPr b="1" sz="1200">
              <a:solidFill>
                <a:srgbClr val="1F2328"/>
              </a:solidFill>
              <a:highlight>
                <a:srgbClr val="FFFFFF"/>
              </a:highlight>
            </a:endParaRPr>
          </a:p>
          <a:p>
            <a:pPr indent="0" lvl="0" marL="0" rtl="0" algn="l">
              <a:spcBef>
                <a:spcPts val="0"/>
              </a:spcBef>
              <a:spcAft>
                <a:spcPts val="0"/>
              </a:spcAft>
              <a:buNone/>
            </a:pPr>
            <a:r>
              <a:rPr b="1" lang="en" sz="1200">
                <a:solidFill>
                  <a:srgbClr val="1F2328"/>
                </a:solidFill>
                <a:highlight>
                  <a:srgbClr val="FFFFFF"/>
                </a:highlight>
              </a:rPr>
              <a:t>Medical Context</a:t>
            </a:r>
            <a:r>
              <a:rPr lang="en" sz="1200">
                <a:solidFill>
                  <a:srgbClr val="1F2328"/>
                </a:solidFill>
                <a:highlight>
                  <a:srgbClr val="FFFFFF"/>
                </a:highlight>
              </a:rPr>
              <a:t> </a:t>
            </a:r>
            <a:endParaRPr sz="1200">
              <a:solidFill>
                <a:srgbClr val="1F2328"/>
              </a:solidFill>
              <a:highlight>
                <a:srgbClr val="FFFFFF"/>
              </a:highlight>
            </a:endParaRPr>
          </a:p>
          <a:p>
            <a:pPr indent="0" lvl="0" marL="0" rtl="0" algn="l">
              <a:spcBef>
                <a:spcPts val="0"/>
              </a:spcBef>
              <a:spcAft>
                <a:spcPts val="0"/>
              </a:spcAft>
              <a:buNone/>
            </a:pPr>
            <a:r>
              <a:t/>
            </a:r>
            <a:endParaRPr sz="1200">
              <a:solidFill>
                <a:srgbClr val="1F2328"/>
              </a:solidFill>
              <a:highlight>
                <a:srgbClr val="FFFFFF"/>
              </a:highlight>
            </a:endParaRPr>
          </a:p>
          <a:p>
            <a:pPr indent="-304800" lvl="0" marL="457200" rtl="0" algn="l">
              <a:lnSpc>
                <a:spcPct val="115000"/>
              </a:lnSpc>
              <a:spcBef>
                <a:spcPts val="0"/>
              </a:spcBef>
              <a:spcAft>
                <a:spcPts val="0"/>
              </a:spcAft>
              <a:buClr>
                <a:srgbClr val="1F2328"/>
              </a:buClr>
              <a:buSzPts val="1200"/>
              <a:buAutoNum type="arabicPeriod"/>
            </a:pPr>
            <a:r>
              <a:rPr lang="en" sz="1200">
                <a:solidFill>
                  <a:srgbClr val="1F2328"/>
                </a:solidFill>
                <a:highlight>
                  <a:srgbClr val="FFFFFF"/>
                </a:highlight>
              </a:rPr>
              <a:t>Over 2 million knee replacement surgeries performed globally per year</a:t>
            </a:r>
            <a:endParaRPr sz="1200">
              <a:solidFill>
                <a:srgbClr val="1F2328"/>
              </a:solidFill>
              <a:highlight>
                <a:srgbClr val="FFFFFF"/>
              </a:highlight>
            </a:endParaRPr>
          </a:p>
          <a:p>
            <a:pPr indent="-304800" lvl="0" marL="457200" rtl="0" algn="l">
              <a:lnSpc>
                <a:spcPct val="115000"/>
              </a:lnSpc>
              <a:spcBef>
                <a:spcPts val="0"/>
              </a:spcBef>
              <a:spcAft>
                <a:spcPts val="0"/>
              </a:spcAft>
              <a:buClr>
                <a:srgbClr val="1F2328"/>
              </a:buClr>
              <a:buSzPts val="1200"/>
              <a:buAutoNum type="arabicPeriod"/>
            </a:pPr>
            <a:r>
              <a:rPr lang="en" sz="1200">
                <a:solidFill>
                  <a:srgbClr val="1F2328"/>
                </a:solidFill>
                <a:highlight>
                  <a:srgbClr val="FFFFFF"/>
                </a:highlight>
              </a:rPr>
              <a:t>Recovery trajectories are highly heterogeneous: over 3 months to 2+ years</a:t>
            </a:r>
            <a:endParaRPr sz="1200">
              <a:solidFill>
                <a:srgbClr val="1F2328"/>
              </a:solidFill>
              <a:highlight>
                <a:srgbClr val="FFFFFF"/>
              </a:highlight>
            </a:endParaRPr>
          </a:p>
          <a:p>
            <a:pPr indent="-304800" lvl="0" marL="457200" rtl="0" algn="l">
              <a:lnSpc>
                <a:spcPct val="115000"/>
              </a:lnSpc>
              <a:spcBef>
                <a:spcPts val="0"/>
              </a:spcBef>
              <a:spcAft>
                <a:spcPts val="0"/>
              </a:spcAft>
              <a:buClr>
                <a:srgbClr val="1F2328"/>
              </a:buClr>
              <a:buSzPts val="1200"/>
              <a:buAutoNum type="arabicPeriod"/>
            </a:pPr>
            <a:r>
              <a:rPr lang="en" sz="1200">
                <a:solidFill>
                  <a:srgbClr val="1F2328"/>
                </a:solidFill>
                <a:highlight>
                  <a:srgbClr val="FFFFFF"/>
                </a:highlight>
              </a:rPr>
              <a:t>Data from wearable devices could help predicting trajectories</a:t>
            </a:r>
            <a:endParaRPr sz="1200">
              <a:solidFill>
                <a:srgbClr val="1F2328"/>
              </a:solidFill>
              <a:highlight>
                <a:srgbClr val="FFFFFF"/>
              </a:highlight>
            </a:endParaRPr>
          </a:p>
          <a:p>
            <a:pPr indent="0" lvl="0" marL="0" rtl="0" algn="l">
              <a:spcBef>
                <a:spcPts val="1200"/>
              </a:spcBef>
              <a:spcAft>
                <a:spcPts val="0"/>
              </a:spcAft>
              <a:buNone/>
            </a:pPr>
            <a:r>
              <a:t/>
            </a:r>
            <a:endParaRPr sz="1200">
              <a:solidFill>
                <a:srgbClr val="1F2328"/>
              </a:solidFill>
              <a:highlight>
                <a:srgbClr val="FFFFFF"/>
              </a:highlight>
            </a:endParaRPr>
          </a:p>
          <a:p>
            <a:pPr indent="0" lvl="0" marL="0" rtl="0" algn="l">
              <a:spcBef>
                <a:spcPts val="0"/>
              </a:spcBef>
              <a:spcAft>
                <a:spcPts val="0"/>
              </a:spcAft>
              <a:buNone/>
            </a:pPr>
            <a:r>
              <a:rPr b="1" lang="en" sz="1200">
                <a:solidFill>
                  <a:srgbClr val="1F2328"/>
                </a:solidFill>
                <a:highlight>
                  <a:srgbClr val="FFFFFF"/>
                </a:highlight>
              </a:rPr>
              <a:t>Aim</a:t>
            </a:r>
            <a:endParaRPr b="1" sz="1200">
              <a:solidFill>
                <a:srgbClr val="1F2328"/>
              </a:solidFill>
              <a:highlight>
                <a:srgbClr val="FFFFFF"/>
              </a:highlight>
            </a:endParaRPr>
          </a:p>
          <a:p>
            <a:pPr indent="0" lvl="0" marL="0" rtl="0" algn="l">
              <a:spcBef>
                <a:spcPts val="0"/>
              </a:spcBef>
              <a:spcAft>
                <a:spcPts val="0"/>
              </a:spcAft>
              <a:buNone/>
            </a:pPr>
            <a:r>
              <a:t/>
            </a:r>
            <a:endParaRPr sz="1200">
              <a:solidFill>
                <a:srgbClr val="1F2328"/>
              </a:solidFill>
              <a:highlight>
                <a:srgbClr val="FFFFFF"/>
              </a:highlight>
            </a:endParaRPr>
          </a:p>
          <a:p>
            <a:pPr indent="0" lvl="0" marL="0" rtl="0" algn="l">
              <a:spcBef>
                <a:spcPts val="0"/>
              </a:spcBef>
              <a:spcAft>
                <a:spcPts val="0"/>
              </a:spcAft>
              <a:buNone/>
            </a:pPr>
            <a:r>
              <a:rPr lang="en" sz="1200">
                <a:solidFill>
                  <a:srgbClr val="1F2328"/>
                </a:solidFill>
                <a:highlight>
                  <a:srgbClr val="FFFFFF"/>
                </a:highlight>
              </a:rPr>
              <a:t>Create a synthetic knee replacement (TKA) recovery dataset that realistically simulates wearable device</a:t>
            </a:r>
            <a:r>
              <a:rPr lang="en" sz="1100">
                <a:solidFill>
                  <a:schemeClr val="dk1"/>
                </a:solidFill>
              </a:rPr>
              <a:t>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304800" lvl="0" marL="457200" rtl="0" algn="l">
              <a:spcBef>
                <a:spcPts val="0"/>
              </a:spcBef>
              <a:spcAft>
                <a:spcPts val="0"/>
              </a:spcAft>
              <a:buClr>
                <a:srgbClr val="1F2328"/>
              </a:buClr>
              <a:buSzPts val="1200"/>
              <a:buChar char="●"/>
            </a:pPr>
            <a:r>
              <a:rPr lang="en" sz="1200">
                <a:solidFill>
                  <a:srgbClr val="1F2328"/>
                </a:solidFill>
                <a:highlight>
                  <a:srgbClr val="FFFFFF"/>
                </a:highlight>
              </a:rPr>
              <a:t>Missing values</a:t>
            </a:r>
            <a:endParaRPr sz="1200">
              <a:solidFill>
                <a:srgbClr val="1F2328"/>
              </a:solidFill>
              <a:highlight>
                <a:srgbClr val="FFFFFF"/>
              </a:highlight>
            </a:endParaRPr>
          </a:p>
          <a:p>
            <a:pPr indent="-304800" lvl="0" marL="457200" rtl="0" algn="l">
              <a:spcBef>
                <a:spcPts val="0"/>
              </a:spcBef>
              <a:spcAft>
                <a:spcPts val="0"/>
              </a:spcAft>
              <a:buClr>
                <a:srgbClr val="1F2328"/>
              </a:buClr>
              <a:buSzPts val="1200"/>
              <a:buChar char="●"/>
            </a:pPr>
            <a:r>
              <a:rPr lang="en" sz="1200">
                <a:solidFill>
                  <a:srgbClr val="1F2328"/>
                </a:solidFill>
                <a:highlight>
                  <a:srgbClr val="FFFFFF"/>
                </a:highlight>
              </a:rPr>
              <a:t>Noise</a:t>
            </a:r>
            <a:endParaRPr sz="1200">
              <a:solidFill>
                <a:srgbClr val="1F2328"/>
              </a:solidFill>
              <a:highlight>
                <a:srgbClr val="FFFFFF"/>
              </a:highlight>
            </a:endParaRPr>
          </a:p>
          <a:p>
            <a:pPr indent="-317500" lvl="0" marL="457200" rtl="0" algn="l">
              <a:spcBef>
                <a:spcPts val="0"/>
              </a:spcBef>
              <a:spcAft>
                <a:spcPts val="0"/>
              </a:spcAft>
              <a:buSzPts val="1400"/>
              <a:buChar char="●"/>
            </a:pPr>
            <a:r>
              <a:rPr lang="en" sz="1200">
                <a:solidFill>
                  <a:srgbClr val="1F2328"/>
                </a:solidFill>
                <a:highlight>
                  <a:srgbClr val="FFFFFF"/>
                </a:highlight>
              </a:rPr>
              <a:t>Patient heterogeneity</a:t>
            </a:r>
            <a:r>
              <a:rPr lang="en" sz="1100">
                <a:solidFill>
                  <a:schemeClr val="dk1"/>
                </a:solidFill>
              </a:rPr>
              <a:t> </a:t>
            </a:r>
            <a:endParaRPr sz="1100">
              <a:solidFill>
                <a:schemeClr val="dk1"/>
              </a:solidFill>
            </a:endParaRPr>
          </a:p>
        </p:txBody>
      </p:sp>
      <p:pic>
        <p:nvPicPr>
          <p:cNvPr id="514" name="Google Shape;514;p72"/>
          <p:cNvPicPr preferRelativeResize="0"/>
          <p:nvPr/>
        </p:nvPicPr>
        <p:blipFill>
          <a:blip r:embed="rId4">
            <a:alphaModFix/>
          </a:blip>
          <a:stretch>
            <a:fillRect/>
          </a:stretch>
        </p:blipFill>
        <p:spPr>
          <a:xfrm>
            <a:off x="7258600" y="0"/>
            <a:ext cx="911475" cy="911475"/>
          </a:xfrm>
          <a:prstGeom prst="rect">
            <a:avLst/>
          </a:prstGeom>
          <a:noFill/>
          <a:ln>
            <a:noFill/>
          </a:ln>
        </p:spPr>
      </p:pic>
      <p:pic>
        <p:nvPicPr>
          <p:cNvPr id="515" name="Google Shape;515;p72" title="Screenshot 2026-05-15 at 10.15.45.png"/>
          <p:cNvPicPr preferRelativeResize="0"/>
          <p:nvPr/>
        </p:nvPicPr>
        <p:blipFill>
          <a:blip r:embed="rId5">
            <a:alphaModFix/>
          </a:blip>
          <a:stretch>
            <a:fillRect/>
          </a:stretch>
        </p:blipFill>
        <p:spPr>
          <a:xfrm>
            <a:off x="6169972" y="264874"/>
            <a:ext cx="967000" cy="348425"/>
          </a:xfrm>
          <a:prstGeom prst="rect">
            <a:avLst/>
          </a:prstGeom>
          <a:noFill/>
          <a:ln>
            <a:noFill/>
          </a:ln>
        </p:spPr>
      </p:pic>
      <p:sp>
        <p:nvSpPr>
          <p:cNvPr id="516" name="Google Shape;516;p72"/>
          <p:cNvSpPr txBox="1"/>
          <p:nvPr/>
        </p:nvSpPr>
        <p:spPr>
          <a:xfrm>
            <a:off x="5551900" y="4833100"/>
            <a:ext cx="3473400" cy="207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100">
                <a:solidFill>
                  <a:schemeClr val="dk2"/>
                </a:solidFill>
              </a:rPr>
              <a:t>French JMR, BMC Med, 2025 </a:t>
            </a:r>
            <a:endParaRPr i="1" sz="11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73"/>
          <p:cNvSpPr txBox="1"/>
          <p:nvPr/>
        </p:nvSpPr>
        <p:spPr>
          <a:xfrm>
            <a:off x="283275" y="262550"/>
            <a:ext cx="6096900" cy="49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Simulator Development - Baseline Parameters</a:t>
            </a:r>
            <a:endParaRPr b="1" sz="1800">
              <a:solidFill>
                <a:schemeClr val="dk2"/>
              </a:solidFill>
            </a:endParaRPr>
          </a:p>
          <a:p>
            <a:pPr indent="0" lvl="0" marL="0" rtl="0" algn="l">
              <a:spcBef>
                <a:spcPts val="0"/>
              </a:spcBef>
              <a:spcAft>
                <a:spcPts val="0"/>
              </a:spcAft>
              <a:buNone/>
            </a:pPr>
            <a:r>
              <a:t/>
            </a:r>
            <a:endParaRPr sz="1200">
              <a:solidFill>
                <a:srgbClr val="1F2328"/>
              </a:solidFill>
              <a:highlight>
                <a:srgbClr val="FFFFFF"/>
              </a:highlight>
            </a:endParaRPr>
          </a:p>
          <a:p>
            <a:pPr indent="0" lvl="0" marL="0" rtl="0" algn="l">
              <a:spcBef>
                <a:spcPts val="0"/>
              </a:spcBef>
              <a:spcAft>
                <a:spcPts val="0"/>
              </a:spcAft>
              <a:buNone/>
            </a:pPr>
            <a:r>
              <a:t/>
            </a:r>
            <a:endParaRPr sz="1200">
              <a:solidFill>
                <a:srgbClr val="1F2328"/>
              </a:solidFill>
              <a:highlight>
                <a:srgbClr val="FFFFFF"/>
              </a:highlight>
            </a:endParaRPr>
          </a:p>
          <a:p>
            <a:pPr indent="0" lvl="0" marL="0" rtl="0" algn="l">
              <a:spcBef>
                <a:spcPts val="0"/>
              </a:spcBef>
              <a:spcAft>
                <a:spcPts val="0"/>
              </a:spcAft>
              <a:buNone/>
            </a:pPr>
            <a:r>
              <a:t/>
            </a:r>
            <a:endParaRPr sz="1100">
              <a:solidFill>
                <a:schemeClr val="dk1"/>
              </a:solidFill>
            </a:endParaRPr>
          </a:p>
        </p:txBody>
      </p:sp>
      <p:pic>
        <p:nvPicPr>
          <p:cNvPr id="522" name="Google Shape;522;p73" title="Screenshot 2026-05-15 at 10.18.31.png"/>
          <p:cNvPicPr preferRelativeResize="0"/>
          <p:nvPr/>
        </p:nvPicPr>
        <p:blipFill>
          <a:blip r:embed="rId3">
            <a:alphaModFix/>
          </a:blip>
          <a:stretch>
            <a:fillRect/>
          </a:stretch>
        </p:blipFill>
        <p:spPr>
          <a:xfrm>
            <a:off x="4678437" y="2487512"/>
            <a:ext cx="4096125" cy="1063225"/>
          </a:xfrm>
          <a:prstGeom prst="rect">
            <a:avLst/>
          </a:prstGeom>
          <a:noFill/>
          <a:ln>
            <a:noFill/>
          </a:ln>
        </p:spPr>
      </p:pic>
      <p:pic>
        <p:nvPicPr>
          <p:cNvPr id="523" name="Google Shape;523;p73" title="Screenshot 2026-05-14 at 12.12.42.png"/>
          <p:cNvPicPr preferRelativeResize="0"/>
          <p:nvPr/>
        </p:nvPicPr>
        <p:blipFill>
          <a:blip r:embed="rId4">
            <a:alphaModFix/>
          </a:blip>
          <a:stretch>
            <a:fillRect/>
          </a:stretch>
        </p:blipFill>
        <p:spPr>
          <a:xfrm>
            <a:off x="8214475" y="109425"/>
            <a:ext cx="810826" cy="659315"/>
          </a:xfrm>
          <a:prstGeom prst="rect">
            <a:avLst/>
          </a:prstGeom>
          <a:noFill/>
          <a:ln>
            <a:noFill/>
          </a:ln>
        </p:spPr>
      </p:pic>
      <p:pic>
        <p:nvPicPr>
          <p:cNvPr id="524" name="Google Shape;524;p73"/>
          <p:cNvPicPr preferRelativeResize="0"/>
          <p:nvPr/>
        </p:nvPicPr>
        <p:blipFill>
          <a:blip r:embed="rId5">
            <a:alphaModFix/>
          </a:blip>
          <a:stretch>
            <a:fillRect/>
          </a:stretch>
        </p:blipFill>
        <p:spPr>
          <a:xfrm>
            <a:off x="7258600" y="0"/>
            <a:ext cx="911475" cy="911475"/>
          </a:xfrm>
          <a:prstGeom prst="rect">
            <a:avLst/>
          </a:prstGeom>
          <a:noFill/>
          <a:ln>
            <a:noFill/>
          </a:ln>
        </p:spPr>
      </p:pic>
      <p:pic>
        <p:nvPicPr>
          <p:cNvPr id="525" name="Google Shape;525;p73" title="Screenshot 2026-05-15 at 10.15.45.png"/>
          <p:cNvPicPr preferRelativeResize="0"/>
          <p:nvPr/>
        </p:nvPicPr>
        <p:blipFill>
          <a:blip r:embed="rId6">
            <a:alphaModFix/>
          </a:blip>
          <a:stretch>
            <a:fillRect/>
          </a:stretch>
        </p:blipFill>
        <p:spPr>
          <a:xfrm>
            <a:off x="6169972" y="264874"/>
            <a:ext cx="967000" cy="348425"/>
          </a:xfrm>
          <a:prstGeom prst="rect">
            <a:avLst/>
          </a:prstGeom>
          <a:noFill/>
          <a:ln>
            <a:noFill/>
          </a:ln>
        </p:spPr>
      </p:pic>
      <p:sp>
        <p:nvSpPr>
          <p:cNvPr id="526" name="Google Shape;526;p73"/>
          <p:cNvSpPr txBox="1"/>
          <p:nvPr/>
        </p:nvSpPr>
        <p:spPr>
          <a:xfrm>
            <a:off x="800600" y="992725"/>
            <a:ext cx="36630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rPr>
              <a:t>Anthropometric Parameters</a:t>
            </a:r>
            <a:endParaRPr b="1"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Age (</a:t>
            </a:r>
            <a:r>
              <a:rPr lang="en" sz="1200">
                <a:solidFill>
                  <a:srgbClr val="1F1F1F"/>
                </a:solidFill>
              </a:rPr>
              <a:t>int</a:t>
            </a:r>
            <a:r>
              <a:rPr lang="en" sz="1200">
                <a:solidFill>
                  <a:schemeClr val="dk2"/>
                </a:solidFill>
              </a:rPr>
              <a:t>)</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Gender (categorical)</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1"/>
                </a:solidFill>
              </a:rPr>
              <a:t>Height </a:t>
            </a:r>
            <a:r>
              <a:rPr lang="en" sz="1200">
                <a:solidFill>
                  <a:schemeClr val="dk2"/>
                </a:solidFill>
              </a:rPr>
              <a:t>(cm)  (</a:t>
            </a:r>
            <a:r>
              <a:rPr lang="en" sz="1200">
                <a:solidFill>
                  <a:srgbClr val="1F1F1F"/>
                </a:solidFill>
              </a:rPr>
              <a:t>float</a:t>
            </a:r>
            <a:r>
              <a:rPr lang="en" sz="1200">
                <a:solidFill>
                  <a:schemeClr val="dk2"/>
                </a:solidFill>
              </a:rPr>
              <a:t>)</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Body weight (kg) (float)</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BMI (float)</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b="1" lang="en" sz="1200">
                <a:solidFill>
                  <a:schemeClr val="dk2"/>
                </a:solidFill>
              </a:rPr>
              <a:t>Disease Specific Parameters</a:t>
            </a:r>
            <a:endParaRPr b="1"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Pre-operation Activity Level (int)</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Pre-operation Pain Level (int)</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Number daily steps before op (float)</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Surgery Date </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Surgery Season</a:t>
            </a:r>
            <a:endParaRPr sz="1200">
              <a:solidFill>
                <a:schemeClr val="dk2"/>
              </a:solidFill>
            </a:endParaRPr>
          </a:p>
          <a:p>
            <a:pPr indent="0" lvl="0" marL="45720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b="1" lang="en" sz="1200">
                <a:solidFill>
                  <a:schemeClr val="dk2"/>
                </a:solidFill>
              </a:rPr>
              <a:t>Concomitant Disease</a:t>
            </a:r>
            <a:endParaRPr b="1"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Cardiovascular disease (binomial, </a:t>
            </a:r>
            <a:r>
              <a:rPr lang="en" sz="1200">
                <a:solidFill>
                  <a:srgbClr val="1F2328"/>
                </a:solidFill>
              </a:rPr>
              <a:t>74.6%</a:t>
            </a:r>
            <a:r>
              <a:rPr lang="en" sz="1200">
                <a:solidFill>
                  <a:schemeClr val="dk2"/>
                </a:solidFill>
              </a:rPr>
              <a:t>)</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Diabetes (binomial, </a:t>
            </a:r>
            <a:r>
              <a:rPr lang="en" sz="1200">
                <a:solidFill>
                  <a:srgbClr val="1F2328"/>
                </a:solidFill>
              </a:rPr>
              <a:t>42.3%</a:t>
            </a:r>
            <a:r>
              <a:rPr lang="en" sz="1200">
                <a:solidFill>
                  <a:schemeClr val="dk2"/>
                </a:solidFill>
              </a:rPr>
              <a:t>)</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Hypertension (binomial, </a:t>
            </a:r>
            <a:r>
              <a:rPr lang="en" sz="1200">
                <a:solidFill>
                  <a:srgbClr val="1F2328"/>
                </a:solidFill>
              </a:rPr>
              <a:t>79.9%</a:t>
            </a:r>
            <a:r>
              <a:rPr lang="en" sz="1200">
                <a:solidFill>
                  <a:schemeClr val="dk2"/>
                </a:solidFill>
              </a:rPr>
              <a:t>)</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Osteoporosis (binomial, </a:t>
            </a:r>
            <a:r>
              <a:rPr lang="en" sz="1200">
                <a:solidFill>
                  <a:srgbClr val="1F2328"/>
                </a:solidFill>
              </a:rPr>
              <a:t>7.8%</a:t>
            </a:r>
            <a:r>
              <a:rPr lang="en" sz="1200">
                <a:solidFill>
                  <a:schemeClr val="dk2"/>
                </a:solidFill>
              </a:rPr>
              <a:t>)</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Musculoskeletal disease (binomial, </a:t>
            </a:r>
            <a:r>
              <a:rPr lang="en" sz="1200">
                <a:solidFill>
                  <a:srgbClr val="1F2328"/>
                </a:solidFill>
              </a:rPr>
              <a:t>22.9%</a:t>
            </a:r>
            <a:r>
              <a:rPr lang="en" sz="1200">
                <a:solidFill>
                  <a:schemeClr val="dk2"/>
                </a:solidFill>
              </a:rPr>
              <a:t>)</a:t>
            </a:r>
            <a:endParaRPr sz="1200"/>
          </a:p>
        </p:txBody>
      </p:sp>
      <p:sp>
        <p:nvSpPr>
          <p:cNvPr id="527" name="Google Shape;527;p73"/>
          <p:cNvSpPr txBox="1"/>
          <p:nvPr/>
        </p:nvSpPr>
        <p:spPr>
          <a:xfrm>
            <a:off x="5072025" y="2170988"/>
            <a:ext cx="3162900" cy="17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2"/>
                </a:solidFill>
              </a:rPr>
              <a:t>Recovery Phenotypes definition</a:t>
            </a:r>
            <a:endParaRPr b="1" sz="1200">
              <a:solidFill>
                <a:schemeClr val="dk2"/>
              </a:solidFill>
            </a:endParaRPr>
          </a:p>
        </p:txBody>
      </p:sp>
      <p:sp>
        <p:nvSpPr>
          <p:cNvPr id="528" name="Google Shape;528;p73"/>
          <p:cNvSpPr txBox="1"/>
          <p:nvPr/>
        </p:nvSpPr>
        <p:spPr>
          <a:xfrm>
            <a:off x="4929075" y="992725"/>
            <a:ext cx="34488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rPr>
              <a:t>Device Features</a:t>
            </a:r>
            <a:endParaRPr b="1"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Device brand (float)</a:t>
            </a:r>
            <a:endParaRPr sz="1200">
              <a:solidFill>
                <a:schemeClr val="dk2"/>
              </a:solidFill>
            </a:endParaRPr>
          </a:p>
          <a:p>
            <a:pPr indent="-304800" lvl="0" marL="457200" rtl="0" algn="l">
              <a:spcBef>
                <a:spcPts val="0"/>
              </a:spcBef>
              <a:spcAft>
                <a:spcPts val="0"/>
              </a:spcAft>
              <a:buClr>
                <a:schemeClr val="dk2"/>
              </a:buClr>
              <a:buSzPts val="1200"/>
              <a:buChar char="●"/>
            </a:pPr>
            <a:r>
              <a:rPr lang="en" sz="1200">
                <a:solidFill>
                  <a:schemeClr val="dk2"/>
                </a:solidFill>
              </a:rPr>
              <a:t>Device Battery Life (float)</a:t>
            </a:r>
            <a:endParaRPr sz="1200">
              <a:solidFill>
                <a:schemeClr val="dk2"/>
              </a:solidFill>
            </a:endParaRPr>
          </a:p>
          <a:p>
            <a:pPr indent="0" lvl="0" marL="0" rtl="1" algn="r">
              <a:spcBef>
                <a:spcPts val="0"/>
              </a:spcBef>
              <a:spcAft>
                <a:spcPts val="0"/>
              </a:spcAft>
              <a:buNone/>
            </a:pPr>
            <a:r>
              <a:t/>
            </a:r>
            <a:endParaRPr/>
          </a:p>
        </p:txBody>
      </p:sp>
      <p:sp>
        <p:nvSpPr>
          <p:cNvPr id="529" name="Google Shape;529;p73"/>
          <p:cNvSpPr txBox="1"/>
          <p:nvPr/>
        </p:nvSpPr>
        <p:spPr>
          <a:xfrm>
            <a:off x="5807551" y="4278875"/>
            <a:ext cx="3162900" cy="692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i="1" lang="en" sz="1100">
                <a:solidFill>
                  <a:schemeClr val="dk1"/>
                </a:solidFill>
                <a:uFill>
                  <a:noFill/>
                </a:uFill>
                <a:latin typeface="Roboto"/>
                <a:ea typeface="Roboto"/>
                <a:cs typeface="Roboto"/>
                <a:sym typeface="Roboto"/>
                <a:hlinkClick r:id="rId7">
                  <a:extLst>
                    <a:ext uri="{A12FA001-AC4F-418D-AE19-62706E023703}">
                      <ahyp:hlinkClr val="tx"/>
                    </a:ext>
                  </a:extLst>
                </a:hlinkClick>
              </a:rPr>
              <a:t>Rodriguez-Merchan</a:t>
            </a:r>
            <a:r>
              <a:rPr i="1" lang="en" sz="1100">
                <a:solidFill>
                  <a:schemeClr val="dk1"/>
                </a:solidFill>
              </a:rPr>
              <a:t> EC, </a:t>
            </a:r>
            <a:r>
              <a:rPr i="1" lang="en" sz="1100">
                <a:solidFill>
                  <a:schemeClr val="dk1"/>
                </a:solidFill>
                <a:latin typeface="Roboto"/>
                <a:ea typeface="Roboto"/>
                <a:cs typeface="Roboto"/>
                <a:sym typeface="Roboto"/>
              </a:rPr>
              <a:t>HSS J. , 2014</a:t>
            </a:r>
            <a:br>
              <a:rPr i="1" lang="en" sz="1100">
                <a:solidFill>
                  <a:schemeClr val="dk1"/>
                </a:solidFill>
                <a:latin typeface="Roboto"/>
                <a:ea typeface="Roboto"/>
                <a:cs typeface="Roboto"/>
                <a:sym typeface="Roboto"/>
              </a:rPr>
            </a:br>
            <a:r>
              <a:rPr i="1" lang="en" sz="1100">
                <a:solidFill>
                  <a:schemeClr val="dk1"/>
                </a:solidFill>
                <a:uFill>
                  <a:noFill/>
                </a:uFill>
                <a:latin typeface="Roboto"/>
                <a:ea typeface="Roboto"/>
                <a:cs typeface="Roboto"/>
                <a:sym typeface="Roboto"/>
                <a:hlinkClick r:id="rId8">
                  <a:extLst>
                    <a:ext uri="{A12FA001-AC4F-418D-AE19-62706E023703}">
                      <ahyp:hlinkClr val="tx"/>
                    </a:ext>
                  </a:extLst>
                </a:hlinkClick>
              </a:rPr>
              <a:t>Nham</a:t>
            </a:r>
            <a:r>
              <a:rPr i="1" lang="en" sz="1100">
                <a:solidFill>
                  <a:schemeClr val="dk1"/>
                </a:solidFill>
              </a:rPr>
              <a:t> FH, </a:t>
            </a:r>
            <a:r>
              <a:rPr i="1" lang="en" sz="1100">
                <a:solidFill>
                  <a:schemeClr val="dk1"/>
                </a:solidFill>
                <a:latin typeface="Roboto"/>
                <a:ea typeface="Roboto"/>
                <a:cs typeface="Roboto"/>
                <a:sym typeface="Roboto"/>
              </a:rPr>
              <a:t>Arthroplasty. 2023</a:t>
            </a:r>
            <a:endParaRPr i="1" sz="1100">
              <a:solidFill>
                <a:schemeClr val="dk1"/>
              </a:solidFill>
              <a:latin typeface="Roboto"/>
              <a:ea typeface="Roboto"/>
              <a:cs typeface="Roboto"/>
              <a:sym typeface="Roboto"/>
            </a:endParaRPr>
          </a:p>
          <a:p>
            <a:pPr indent="0" lvl="0" marL="0" rtl="0" algn="r">
              <a:spcBef>
                <a:spcPts val="0"/>
              </a:spcBef>
              <a:spcAft>
                <a:spcPts val="0"/>
              </a:spcAft>
              <a:buNone/>
            </a:pPr>
            <a:r>
              <a:rPr lang="en" sz="1100">
                <a:solidFill>
                  <a:schemeClr val="dk1"/>
                </a:solidFill>
              </a:rPr>
              <a:t>Daher M, </a:t>
            </a:r>
            <a:r>
              <a:rPr i="1" lang="en" sz="1100">
                <a:solidFill>
                  <a:schemeClr val="dk1"/>
                </a:solidFill>
                <a:latin typeface="Roboto"/>
                <a:ea typeface="Roboto"/>
                <a:cs typeface="Roboto"/>
                <a:sym typeface="Roboto"/>
              </a:rPr>
              <a:t>Arthroplasty. 2024</a:t>
            </a:r>
            <a:r>
              <a:rPr lang="en" sz="1100">
                <a:solidFill>
                  <a:schemeClr val="dk1"/>
                </a:solidFill>
              </a:rPr>
              <a:t>  </a:t>
            </a:r>
            <a:r>
              <a:rPr lang="en" sz="1100">
                <a:solidFill>
                  <a:schemeClr val="dk1"/>
                </a:solidFill>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74"/>
          <p:cNvSpPr txBox="1"/>
          <p:nvPr/>
        </p:nvSpPr>
        <p:spPr>
          <a:xfrm>
            <a:off x="283275" y="262550"/>
            <a:ext cx="6096900" cy="49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Simulator Development - Results</a:t>
            </a:r>
            <a:endParaRPr b="1" sz="1800">
              <a:solidFill>
                <a:schemeClr val="dk2"/>
              </a:solidFill>
            </a:endParaRPr>
          </a:p>
          <a:p>
            <a:pPr indent="0" lvl="0" marL="0" rtl="0" algn="l">
              <a:spcBef>
                <a:spcPts val="0"/>
              </a:spcBef>
              <a:spcAft>
                <a:spcPts val="0"/>
              </a:spcAft>
              <a:buNone/>
            </a:pPr>
            <a:r>
              <a:t/>
            </a:r>
            <a:endParaRPr sz="1200">
              <a:solidFill>
                <a:srgbClr val="1F2328"/>
              </a:solidFill>
              <a:highlight>
                <a:srgbClr val="FFFFFF"/>
              </a:highlight>
            </a:endParaRPr>
          </a:p>
          <a:p>
            <a:pPr indent="0" lvl="0" marL="0" rtl="0" algn="l">
              <a:spcBef>
                <a:spcPts val="0"/>
              </a:spcBef>
              <a:spcAft>
                <a:spcPts val="0"/>
              </a:spcAft>
              <a:buNone/>
            </a:pPr>
            <a:r>
              <a:t/>
            </a:r>
            <a:endParaRPr sz="1200">
              <a:solidFill>
                <a:srgbClr val="1F2328"/>
              </a:solidFill>
              <a:highlight>
                <a:srgbClr val="FFFFFF"/>
              </a:highlight>
            </a:endParaRPr>
          </a:p>
          <a:p>
            <a:pPr indent="0" lvl="0" marL="0" rtl="0" algn="l">
              <a:spcBef>
                <a:spcPts val="0"/>
              </a:spcBef>
              <a:spcAft>
                <a:spcPts val="0"/>
              </a:spcAft>
              <a:buNone/>
            </a:pPr>
            <a:r>
              <a:t/>
            </a:r>
            <a:endParaRPr sz="1100">
              <a:solidFill>
                <a:schemeClr val="dk1"/>
              </a:solidFill>
            </a:endParaRPr>
          </a:p>
        </p:txBody>
      </p:sp>
      <p:pic>
        <p:nvPicPr>
          <p:cNvPr id="535" name="Google Shape;535;p74" title="Screenshot 2026-05-14 at 12.12.42.png"/>
          <p:cNvPicPr preferRelativeResize="0"/>
          <p:nvPr/>
        </p:nvPicPr>
        <p:blipFill>
          <a:blip r:embed="rId3">
            <a:alphaModFix/>
          </a:blip>
          <a:stretch>
            <a:fillRect/>
          </a:stretch>
        </p:blipFill>
        <p:spPr>
          <a:xfrm>
            <a:off x="8214475" y="109425"/>
            <a:ext cx="810826" cy="659315"/>
          </a:xfrm>
          <a:prstGeom prst="rect">
            <a:avLst/>
          </a:prstGeom>
          <a:noFill/>
          <a:ln>
            <a:noFill/>
          </a:ln>
        </p:spPr>
      </p:pic>
      <p:pic>
        <p:nvPicPr>
          <p:cNvPr id="536" name="Google Shape;536;p74"/>
          <p:cNvPicPr preferRelativeResize="0"/>
          <p:nvPr/>
        </p:nvPicPr>
        <p:blipFill>
          <a:blip r:embed="rId4">
            <a:alphaModFix/>
          </a:blip>
          <a:stretch>
            <a:fillRect/>
          </a:stretch>
        </p:blipFill>
        <p:spPr>
          <a:xfrm>
            <a:off x="7258600" y="0"/>
            <a:ext cx="911475" cy="911475"/>
          </a:xfrm>
          <a:prstGeom prst="rect">
            <a:avLst/>
          </a:prstGeom>
          <a:noFill/>
          <a:ln>
            <a:noFill/>
          </a:ln>
        </p:spPr>
      </p:pic>
      <p:pic>
        <p:nvPicPr>
          <p:cNvPr id="537" name="Google Shape;537;p74" title="Screenshot 2026-05-15 at 10.15.45.png"/>
          <p:cNvPicPr preferRelativeResize="0"/>
          <p:nvPr/>
        </p:nvPicPr>
        <p:blipFill>
          <a:blip r:embed="rId5">
            <a:alphaModFix/>
          </a:blip>
          <a:stretch>
            <a:fillRect/>
          </a:stretch>
        </p:blipFill>
        <p:spPr>
          <a:xfrm>
            <a:off x="6169972" y="264874"/>
            <a:ext cx="967000" cy="348425"/>
          </a:xfrm>
          <a:prstGeom prst="rect">
            <a:avLst/>
          </a:prstGeom>
          <a:noFill/>
          <a:ln>
            <a:noFill/>
          </a:ln>
        </p:spPr>
      </p:pic>
      <p:pic>
        <p:nvPicPr>
          <p:cNvPr id="538" name="Google Shape;538;p74"/>
          <p:cNvPicPr preferRelativeResize="0"/>
          <p:nvPr/>
        </p:nvPicPr>
        <p:blipFill>
          <a:blip r:embed="rId6">
            <a:alphaModFix/>
          </a:blip>
          <a:stretch>
            <a:fillRect/>
          </a:stretch>
        </p:blipFill>
        <p:spPr>
          <a:xfrm>
            <a:off x="199525" y="1250000"/>
            <a:ext cx="5490851" cy="3220350"/>
          </a:xfrm>
          <a:prstGeom prst="rect">
            <a:avLst/>
          </a:prstGeom>
          <a:noFill/>
          <a:ln>
            <a:noFill/>
          </a:ln>
        </p:spPr>
      </p:pic>
      <p:pic>
        <p:nvPicPr>
          <p:cNvPr id="539" name="Google Shape;539;p74"/>
          <p:cNvPicPr preferRelativeResize="0"/>
          <p:nvPr/>
        </p:nvPicPr>
        <p:blipFill>
          <a:blip r:embed="rId7">
            <a:alphaModFix/>
          </a:blip>
          <a:stretch>
            <a:fillRect/>
          </a:stretch>
        </p:blipFill>
        <p:spPr>
          <a:xfrm>
            <a:off x="5838175" y="1368825"/>
            <a:ext cx="3074250" cy="2982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pic>
        <p:nvPicPr>
          <p:cNvPr id="544" name="Google Shape;544;p75" title="Screenshot 2026-05-14 at 12.12.42.png"/>
          <p:cNvPicPr preferRelativeResize="0"/>
          <p:nvPr/>
        </p:nvPicPr>
        <p:blipFill>
          <a:blip r:embed="rId3">
            <a:alphaModFix/>
          </a:blip>
          <a:stretch>
            <a:fillRect/>
          </a:stretch>
        </p:blipFill>
        <p:spPr>
          <a:xfrm>
            <a:off x="7033600" y="262550"/>
            <a:ext cx="1854650" cy="1508100"/>
          </a:xfrm>
          <a:prstGeom prst="rect">
            <a:avLst/>
          </a:prstGeom>
          <a:noFill/>
          <a:ln>
            <a:noFill/>
          </a:ln>
        </p:spPr>
      </p:pic>
      <p:pic>
        <p:nvPicPr>
          <p:cNvPr id="545" name="Google Shape;545;p75" title="Screenshot 2026-05-15 at 10.03.03.png"/>
          <p:cNvPicPr preferRelativeResize="0"/>
          <p:nvPr/>
        </p:nvPicPr>
        <p:blipFill rotWithShape="1">
          <a:blip r:embed="rId4">
            <a:alphaModFix/>
          </a:blip>
          <a:srcRect b="0" l="0" r="685" t="0"/>
          <a:stretch/>
        </p:blipFill>
        <p:spPr>
          <a:xfrm>
            <a:off x="686175" y="1140775"/>
            <a:ext cx="5763102" cy="3411524"/>
          </a:xfrm>
          <a:prstGeom prst="rect">
            <a:avLst/>
          </a:prstGeom>
          <a:noFill/>
          <a:ln>
            <a:noFill/>
          </a:ln>
        </p:spPr>
      </p:pic>
      <p:pic>
        <p:nvPicPr>
          <p:cNvPr id="546" name="Google Shape;546;p75"/>
          <p:cNvPicPr preferRelativeResize="0"/>
          <p:nvPr/>
        </p:nvPicPr>
        <p:blipFill>
          <a:blip r:embed="rId5">
            <a:alphaModFix/>
          </a:blip>
          <a:stretch>
            <a:fillRect/>
          </a:stretch>
        </p:blipFill>
        <p:spPr>
          <a:xfrm>
            <a:off x="7966575" y="4196250"/>
            <a:ext cx="1177425" cy="1177425"/>
          </a:xfrm>
          <a:prstGeom prst="rect">
            <a:avLst/>
          </a:prstGeom>
          <a:noFill/>
          <a:ln>
            <a:noFill/>
          </a:ln>
        </p:spPr>
      </p:pic>
      <p:pic>
        <p:nvPicPr>
          <p:cNvPr id="547" name="Google Shape;547;p75" title="Screenshot 2026-05-15 at 10.15.45.png"/>
          <p:cNvPicPr preferRelativeResize="0"/>
          <p:nvPr/>
        </p:nvPicPr>
        <p:blipFill>
          <a:blip r:embed="rId6">
            <a:alphaModFix/>
          </a:blip>
          <a:stretch>
            <a:fillRect/>
          </a:stretch>
        </p:blipFill>
        <p:spPr>
          <a:xfrm>
            <a:off x="0" y="4604236"/>
            <a:ext cx="1373765" cy="495000"/>
          </a:xfrm>
          <a:prstGeom prst="rect">
            <a:avLst/>
          </a:prstGeom>
          <a:noFill/>
          <a:ln>
            <a:noFill/>
          </a:ln>
        </p:spPr>
      </p:pic>
      <p:sp>
        <p:nvSpPr>
          <p:cNvPr id="548" name="Google Shape;548;p75"/>
          <p:cNvSpPr txBox="1"/>
          <p:nvPr/>
        </p:nvSpPr>
        <p:spPr>
          <a:xfrm>
            <a:off x="283275" y="262550"/>
            <a:ext cx="6096900" cy="49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Simulator Development - Results</a:t>
            </a:r>
            <a:endParaRPr b="1" sz="1800">
              <a:solidFill>
                <a:schemeClr val="dk2"/>
              </a:solidFill>
            </a:endParaRPr>
          </a:p>
          <a:p>
            <a:pPr indent="0" lvl="0" marL="0" rtl="0" algn="l">
              <a:spcBef>
                <a:spcPts val="0"/>
              </a:spcBef>
              <a:spcAft>
                <a:spcPts val="0"/>
              </a:spcAft>
              <a:buNone/>
            </a:pPr>
            <a:r>
              <a:t/>
            </a:r>
            <a:endParaRPr sz="1200">
              <a:solidFill>
                <a:srgbClr val="1F2328"/>
              </a:solidFill>
              <a:highlight>
                <a:srgbClr val="FFFFFF"/>
              </a:highlight>
            </a:endParaRPr>
          </a:p>
          <a:p>
            <a:pPr indent="0" lvl="0" marL="0" rtl="0" algn="l">
              <a:spcBef>
                <a:spcPts val="0"/>
              </a:spcBef>
              <a:spcAft>
                <a:spcPts val="0"/>
              </a:spcAft>
              <a:buNone/>
            </a:pPr>
            <a:r>
              <a:t/>
            </a:r>
            <a:endParaRPr sz="1200">
              <a:solidFill>
                <a:srgbClr val="1F2328"/>
              </a:solidFill>
              <a:highlight>
                <a:srgbClr val="FFFFFF"/>
              </a:highlight>
            </a:endParaRPr>
          </a:p>
          <a:p>
            <a:pPr indent="0" lvl="0" marL="0" rtl="0" algn="l">
              <a:spcBef>
                <a:spcPts val="0"/>
              </a:spcBef>
              <a:spcAft>
                <a:spcPts val="0"/>
              </a:spcAft>
              <a:buNone/>
            </a:pPr>
            <a:r>
              <a:t/>
            </a:r>
            <a:endParaRPr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76"/>
          <p:cNvSpPr txBox="1"/>
          <p:nvPr>
            <p:ph type="ctrTitle"/>
          </p:nvPr>
        </p:nvSpPr>
        <p:spPr>
          <a:xfrm>
            <a:off x="311700" y="222250"/>
            <a:ext cx="4938000" cy="981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b="1" lang="en" sz="3002"/>
              <a:t>Model building</a:t>
            </a:r>
            <a:r>
              <a:rPr lang="en" sz="2680"/>
              <a:t> </a:t>
            </a:r>
            <a:endParaRPr sz="2680"/>
          </a:p>
        </p:txBody>
      </p:sp>
      <p:sp>
        <p:nvSpPr>
          <p:cNvPr id="554" name="Google Shape;554;p76"/>
          <p:cNvSpPr txBox="1"/>
          <p:nvPr>
            <p:ph idx="1" type="subTitle"/>
          </p:nvPr>
        </p:nvSpPr>
        <p:spPr>
          <a:xfrm>
            <a:off x="54950" y="1122425"/>
            <a:ext cx="5867700" cy="3719100"/>
          </a:xfrm>
          <a:prstGeom prst="rect">
            <a:avLst/>
          </a:prstGeom>
        </p:spPr>
        <p:txBody>
          <a:bodyPr anchorCtr="0" anchor="t" bIns="91425" lIns="91425" spcFirstLastPara="1" rIns="91425" wrap="square" tIns="91425">
            <a:noAutofit/>
          </a:bodyPr>
          <a:lstStyle/>
          <a:p>
            <a:pPr indent="0" lvl="0" marL="457200" rtl="0" algn="l">
              <a:lnSpc>
                <a:spcPct val="115000"/>
              </a:lnSpc>
              <a:spcBef>
                <a:spcPts val="1200"/>
              </a:spcBef>
              <a:spcAft>
                <a:spcPts val="0"/>
              </a:spcAft>
              <a:buNone/>
            </a:pPr>
            <a:r>
              <a:t/>
            </a:r>
            <a:endParaRPr sz="15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 sz="1500">
                <a:solidFill>
                  <a:schemeClr val="dk1"/>
                </a:solidFill>
              </a:rPr>
              <a:t>Markov chains:</a:t>
            </a:r>
            <a:r>
              <a:rPr lang="en" sz="1500">
                <a:solidFill>
                  <a:schemeClr val="dk1"/>
                </a:solidFill>
              </a:rPr>
              <a:t> simulate progression between recovery states over time, where future outcomes depends on </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Current condition </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Baseline state </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Other (eg. Mental Health)</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Missingness mechanisms:</a:t>
            </a:r>
            <a:r>
              <a:rPr lang="en" sz="1500">
                <a:solidFill>
                  <a:schemeClr val="dk1"/>
                </a:solidFill>
              </a:rPr>
              <a:t> introduce incomplete observations to mimic challenges commonly found in these scenarios </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Application:</a:t>
            </a:r>
            <a:r>
              <a:rPr lang="en" sz="1500">
                <a:solidFill>
                  <a:schemeClr val="dk1"/>
                </a:solidFill>
              </a:rPr>
              <a:t> designed for dashboard integration.</a:t>
            </a:r>
            <a:endParaRPr sz="1800">
              <a:solidFill>
                <a:schemeClr val="dk1"/>
              </a:solidFill>
            </a:endParaRPr>
          </a:p>
        </p:txBody>
      </p:sp>
      <p:pic>
        <p:nvPicPr>
          <p:cNvPr id="555" name="Google Shape;555;p76" title="Screenshot 2026-05-14 at 12.12.42.png"/>
          <p:cNvPicPr preferRelativeResize="0"/>
          <p:nvPr/>
        </p:nvPicPr>
        <p:blipFill>
          <a:blip r:embed="rId3">
            <a:alphaModFix/>
          </a:blip>
          <a:stretch>
            <a:fillRect/>
          </a:stretch>
        </p:blipFill>
        <p:spPr>
          <a:xfrm>
            <a:off x="7852475" y="120900"/>
            <a:ext cx="1106600" cy="899826"/>
          </a:xfrm>
          <a:prstGeom prst="rect">
            <a:avLst/>
          </a:prstGeom>
          <a:noFill/>
          <a:ln>
            <a:noFill/>
          </a:ln>
        </p:spPr>
      </p:pic>
      <p:pic>
        <p:nvPicPr>
          <p:cNvPr id="556" name="Google Shape;556;p76"/>
          <p:cNvPicPr preferRelativeResize="0"/>
          <p:nvPr/>
        </p:nvPicPr>
        <p:blipFill>
          <a:blip r:embed="rId4">
            <a:alphaModFix/>
          </a:blip>
          <a:stretch>
            <a:fillRect/>
          </a:stretch>
        </p:blipFill>
        <p:spPr>
          <a:xfrm>
            <a:off x="7966575" y="4196250"/>
            <a:ext cx="1177425" cy="1177425"/>
          </a:xfrm>
          <a:prstGeom prst="rect">
            <a:avLst/>
          </a:prstGeom>
          <a:noFill/>
          <a:ln>
            <a:noFill/>
          </a:ln>
        </p:spPr>
      </p:pic>
      <p:pic>
        <p:nvPicPr>
          <p:cNvPr id="557" name="Google Shape;557;p76" title="Screenshot 2026-05-15 at 10.15.45.png"/>
          <p:cNvPicPr preferRelativeResize="0"/>
          <p:nvPr/>
        </p:nvPicPr>
        <p:blipFill>
          <a:blip r:embed="rId5">
            <a:alphaModFix/>
          </a:blip>
          <a:stretch>
            <a:fillRect/>
          </a:stretch>
        </p:blipFill>
        <p:spPr>
          <a:xfrm>
            <a:off x="0" y="4586530"/>
            <a:ext cx="1373765" cy="495000"/>
          </a:xfrm>
          <a:prstGeom prst="rect">
            <a:avLst/>
          </a:prstGeom>
          <a:noFill/>
          <a:ln>
            <a:noFill/>
          </a:ln>
        </p:spPr>
      </p:pic>
      <p:pic>
        <p:nvPicPr>
          <p:cNvPr id="558" name="Google Shape;558;p76" title="دليلك-الشامل-لعملية-استبدال-مفصل-الركبة-en.jpg"/>
          <p:cNvPicPr preferRelativeResize="0"/>
          <p:nvPr/>
        </p:nvPicPr>
        <p:blipFill rotWithShape="1">
          <a:blip r:embed="rId6">
            <a:alphaModFix/>
          </a:blip>
          <a:srcRect b="0" l="22256" r="17608" t="0"/>
          <a:stretch/>
        </p:blipFill>
        <p:spPr>
          <a:xfrm>
            <a:off x="6090775" y="1067800"/>
            <a:ext cx="2717800" cy="3386399"/>
          </a:xfrm>
          <a:prstGeom prst="rect">
            <a:avLst/>
          </a:prstGeom>
          <a:noFill/>
          <a:ln>
            <a:noFill/>
          </a:ln>
        </p:spPr>
      </p:pic>
      <p:sp>
        <p:nvSpPr>
          <p:cNvPr id="559" name="Google Shape;559;p76"/>
          <p:cNvSpPr txBox="1"/>
          <p:nvPr/>
        </p:nvSpPr>
        <p:spPr>
          <a:xfrm>
            <a:off x="1611225" y="4681325"/>
            <a:ext cx="509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2"/>
                </a:solidFill>
              </a:rPr>
              <a:t>Ahli Hospital. (2025, March 18). Knee replacement surgery: Procedure, recovery, and more! https://blog.ahlihospital.com/en/a/دليلك-الشامل-لعملية-استبدال-مفصل-الركبة</a:t>
            </a:r>
            <a:endParaRPr sz="7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77"/>
          <p:cNvSpPr txBox="1"/>
          <p:nvPr/>
        </p:nvSpPr>
        <p:spPr>
          <a:xfrm>
            <a:off x="283275" y="262550"/>
            <a:ext cx="6096900" cy="49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Simulator Development - Results</a:t>
            </a:r>
            <a:endParaRPr b="1" sz="1800">
              <a:solidFill>
                <a:schemeClr val="dk2"/>
              </a:solidFill>
            </a:endParaRPr>
          </a:p>
          <a:p>
            <a:pPr indent="0" lvl="0" marL="0" rtl="0" algn="l">
              <a:spcBef>
                <a:spcPts val="0"/>
              </a:spcBef>
              <a:spcAft>
                <a:spcPts val="0"/>
              </a:spcAft>
              <a:buNone/>
            </a:pPr>
            <a:r>
              <a:t/>
            </a:r>
            <a:endParaRPr sz="1200">
              <a:solidFill>
                <a:srgbClr val="1F2328"/>
              </a:solidFill>
              <a:highlight>
                <a:srgbClr val="FFFFFF"/>
              </a:highlight>
            </a:endParaRPr>
          </a:p>
          <a:p>
            <a:pPr indent="0" lvl="0" marL="0" rtl="0" algn="l">
              <a:spcBef>
                <a:spcPts val="0"/>
              </a:spcBef>
              <a:spcAft>
                <a:spcPts val="0"/>
              </a:spcAft>
              <a:buNone/>
            </a:pPr>
            <a:r>
              <a:t/>
            </a:r>
            <a:endParaRPr sz="1200">
              <a:solidFill>
                <a:srgbClr val="1F2328"/>
              </a:solidFill>
              <a:highlight>
                <a:srgbClr val="FFFFFF"/>
              </a:highlight>
            </a:endParaRPr>
          </a:p>
          <a:p>
            <a:pPr indent="0" lvl="0" marL="0" rtl="0" algn="l">
              <a:spcBef>
                <a:spcPts val="0"/>
              </a:spcBef>
              <a:spcAft>
                <a:spcPts val="0"/>
              </a:spcAft>
              <a:buNone/>
            </a:pPr>
            <a:r>
              <a:t/>
            </a:r>
            <a:endParaRPr sz="1100">
              <a:solidFill>
                <a:schemeClr val="dk1"/>
              </a:solidFill>
            </a:endParaRPr>
          </a:p>
        </p:txBody>
      </p:sp>
      <p:pic>
        <p:nvPicPr>
          <p:cNvPr id="565" name="Google Shape;565;p77" title="Screenshot 2026-05-14 at 12.12.42.png"/>
          <p:cNvPicPr preferRelativeResize="0"/>
          <p:nvPr/>
        </p:nvPicPr>
        <p:blipFill>
          <a:blip r:embed="rId3">
            <a:alphaModFix/>
          </a:blip>
          <a:stretch>
            <a:fillRect/>
          </a:stretch>
        </p:blipFill>
        <p:spPr>
          <a:xfrm>
            <a:off x="8214475" y="109425"/>
            <a:ext cx="810826" cy="659315"/>
          </a:xfrm>
          <a:prstGeom prst="rect">
            <a:avLst/>
          </a:prstGeom>
          <a:noFill/>
          <a:ln>
            <a:noFill/>
          </a:ln>
        </p:spPr>
      </p:pic>
      <p:pic>
        <p:nvPicPr>
          <p:cNvPr id="566" name="Google Shape;566;p77"/>
          <p:cNvPicPr preferRelativeResize="0"/>
          <p:nvPr/>
        </p:nvPicPr>
        <p:blipFill>
          <a:blip r:embed="rId4">
            <a:alphaModFix/>
          </a:blip>
          <a:stretch>
            <a:fillRect/>
          </a:stretch>
        </p:blipFill>
        <p:spPr>
          <a:xfrm>
            <a:off x="7258600" y="0"/>
            <a:ext cx="911475" cy="911475"/>
          </a:xfrm>
          <a:prstGeom prst="rect">
            <a:avLst/>
          </a:prstGeom>
          <a:noFill/>
          <a:ln>
            <a:noFill/>
          </a:ln>
        </p:spPr>
      </p:pic>
      <p:pic>
        <p:nvPicPr>
          <p:cNvPr id="567" name="Google Shape;567;p77" title="Screenshot 2026-05-15 at 10.15.45.png"/>
          <p:cNvPicPr preferRelativeResize="0"/>
          <p:nvPr/>
        </p:nvPicPr>
        <p:blipFill>
          <a:blip r:embed="rId5">
            <a:alphaModFix/>
          </a:blip>
          <a:stretch>
            <a:fillRect/>
          </a:stretch>
        </p:blipFill>
        <p:spPr>
          <a:xfrm>
            <a:off x="6169972" y="264874"/>
            <a:ext cx="967000" cy="348425"/>
          </a:xfrm>
          <a:prstGeom prst="rect">
            <a:avLst/>
          </a:prstGeom>
          <a:noFill/>
          <a:ln>
            <a:noFill/>
          </a:ln>
        </p:spPr>
      </p:pic>
      <p:pic>
        <p:nvPicPr>
          <p:cNvPr id="568" name="Google Shape;568;p77"/>
          <p:cNvPicPr preferRelativeResize="0"/>
          <p:nvPr/>
        </p:nvPicPr>
        <p:blipFill>
          <a:blip r:embed="rId6">
            <a:alphaModFix/>
          </a:blip>
          <a:stretch>
            <a:fillRect/>
          </a:stretch>
        </p:blipFill>
        <p:spPr>
          <a:xfrm>
            <a:off x="1253525" y="911475"/>
            <a:ext cx="6786558" cy="4081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pic>
        <p:nvPicPr>
          <p:cNvPr id="573" name="Google Shape;573;p78"/>
          <p:cNvPicPr preferRelativeResize="0"/>
          <p:nvPr/>
        </p:nvPicPr>
        <p:blipFill>
          <a:blip r:embed="rId3">
            <a:alphaModFix/>
          </a:blip>
          <a:stretch>
            <a:fillRect/>
          </a:stretch>
        </p:blipFill>
        <p:spPr>
          <a:xfrm>
            <a:off x="7463400" y="184750"/>
            <a:ext cx="1360375" cy="1350675"/>
          </a:xfrm>
          <a:prstGeom prst="rect">
            <a:avLst/>
          </a:prstGeom>
          <a:noFill/>
          <a:ln>
            <a:noFill/>
          </a:ln>
        </p:spPr>
      </p:pic>
      <p:pic>
        <p:nvPicPr>
          <p:cNvPr id="574" name="Google Shape;574;p78"/>
          <p:cNvPicPr preferRelativeResize="0"/>
          <p:nvPr/>
        </p:nvPicPr>
        <p:blipFill>
          <a:blip r:embed="rId4">
            <a:alphaModFix/>
          </a:blip>
          <a:stretch>
            <a:fillRect/>
          </a:stretch>
        </p:blipFill>
        <p:spPr>
          <a:xfrm>
            <a:off x="2896925" y="44900"/>
            <a:ext cx="3807274" cy="1779311"/>
          </a:xfrm>
          <a:prstGeom prst="rect">
            <a:avLst/>
          </a:prstGeom>
          <a:noFill/>
          <a:ln>
            <a:noFill/>
          </a:ln>
        </p:spPr>
      </p:pic>
      <p:pic>
        <p:nvPicPr>
          <p:cNvPr id="575" name="Google Shape;575;p78"/>
          <p:cNvPicPr preferRelativeResize="0"/>
          <p:nvPr/>
        </p:nvPicPr>
        <p:blipFill>
          <a:blip r:embed="rId5">
            <a:alphaModFix/>
          </a:blip>
          <a:stretch>
            <a:fillRect/>
          </a:stretch>
        </p:blipFill>
        <p:spPr>
          <a:xfrm>
            <a:off x="861125" y="44900"/>
            <a:ext cx="1208050" cy="2122079"/>
          </a:xfrm>
          <a:prstGeom prst="rect">
            <a:avLst/>
          </a:prstGeom>
          <a:noFill/>
          <a:ln>
            <a:noFill/>
          </a:ln>
        </p:spPr>
      </p:pic>
      <p:pic>
        <p:nvPicPr>
          <p:cNvPr id="576" name="Google Shape;576;p78"/>
          <p:cNvPicPr preferRelativeResize="0"/>
          <p:nvPr/>
        </p:nvPicPr>
        <p:blipFill>
          <a:blip r:embed="rId6">
            <a:alphaModFix/>
          </a:blip>
          <a:stretch>
            <a:fillRect/>
          </a:stretch>
        </p:blipFill>
        <p:spPr>
          <a:xfrm>
            <a:off x="861126" y="2216925"/>
            <a:ext cx="1208049" cy="2735400"/>
          </a:xfrm>
          <a:prstGeom prst="rect">
            <a:avLst/>
          </a:prstGeom>
          <a:noFill/>
          <a:ln>
            <a:noFill/>
          </a:ln>
        </p:spPr>
      </p:pic>
      <p:cxnSp>
        <p:nvCxnSpPr>
          <p:cNvPr id="577" name="Google Shape;577;p78"/>
          <p:cNvCxnSpPr/>
          <p:nvPr/>
        </p:nvCxnSpPr>
        <p:spPr>
          <a:xfrm flipH="1">
            <a:off x="2128275" y="953350"/>
            <a:ext cx="628200" cy="103500"/>
          </a:xfrm>
          <a:prstGeom prst="straightConnector1">
            <a:avLst/>
          </a:prstGeom>
          <a:noFill/>
          <a:ln cap="flat" cmpd="sng" w="38100">
            <a:solidFill>
              <a:srgbClr val="FF0000"/>
            </a:solidFill>
            <a:prstDash val="solid"/>
            <a:round/>
            <a:headEnd len="med" w="med" type="none"/>
            <a:tailEnd len="med" w="med" type="triangle"/>
          </a:ln>
        </p:spPr>
      </p:cxnSp>
      <p:sp>
        <p:nvSpPr>
          <p:cNvPr id="578" name="Google Shape;578;p78"/>
          <p:cNvSpPr/>
          <p:nvPr/>
        </p:nvSpPr>
        <p:spPr>
          <a:xfrm>
            <a:off x="2859950" y="-4002"/>
            <a:ext cx="406800" cy="1877100"/>
          </a:xfrm>
          <a:prstGeom prst="rect">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79" name="Google Shape;579;p78"/>
          <p:cNvPicPr preferRelativeResize="0"/>
          <p:nvPr/>
        </p:nvPicPr>
        <p:blipFill>
          <a:blip r:embed="rId7">
            <a:alphaModFix/>
          </a:blip>
          <a:stretch>
            <a:fillRect/>
          </a:stretch>
        </p:blipFill>
        <p:spPr>
          <a:xfrm>
            <a:off x="2896925" y="2121484"/>
            <a:ext cx="5926849" cy="2926291"/>
          </a:xfrm>
          <a:prstGeom prst="rect">
            <a:avLst/>
          </a:prstGeom>
          <a:noFill/>
          <a:ln>
            <a:noFill/>
          </a:ln>
        </p:spPr>
      </p:pic>
      <p:sp>
        <p:nvSpPr>
          <p:cNvPr id="580" name="Google Shape;580;p78"/>
          <p:cNvSpPr/>
          <p:nvPr/>
        </p:nvSpPr>
        <p:spPr>
          <a:xfrm>
            <a:off x="3370225" y="-4000"/>
            <a:ext cx="3369600" cy="1877100"/>
          </a:xfrm>
          <a:prstGeom prst="rect">
            <a:avLst/>
          </a:prstGeom>
          <a:no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81" name="Google Shape;581;p78"/>
          <p:cNvCxnSpPr/>
          <p:nvPr/>
        </p:nvCxnSpPr>
        <p:spPr>
          <a:xfrm>
            <a:off x="6776700" y="1101250"/>
            <a:ext cx="303000" cy="968100"/>
          </a:xfrm>
          <a:prstGeom prst="straightConnector1">
            <a:avLst/>
          </a:prstGeom>
          <a:noFill/>
          <a:ln cap="flat" cmpd="sng" w="28575">
            <a:solidFill>
              <a:srgbClr val="00FF00"/>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79"/>
          <p:cNvSpPr txBox="1"/>
          <p:nvPr>
            <p:ph type="title"/>
          </p:nvPr>
        </p:nvSpPr>
        <p:spPr>
          <a:xfrm>
            <a:off x="320248" y="3732028"/>
            <a:ext cx="6720900" cy="9675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lt1"/>
              </a:buClr>
              <a:buSzPts val="5000"/>
              <a:buFont typeface="Open Sans"/>
              <a:buNone/>
            </a:pPr>
            <a:r>
              <a:rPr lang="en"/>
              <a:t>#2 TASK </a:t>
            </a:r>
            <a:endParaRPr sz="6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pic>
        <p:nvPicPr>
          <p:cNvPr id="592" name="Google Shape;592;p80" title="Screenshot 2026-05-14 at 12.12.42.png"/>
          <p:cNvPicPr preferRelativeResize="0"/>
          <p:nvPr/>
        </p:nvPicPr>
        <p:blipFill>
          <a:blip r:embed="rId3">
            <a:alphaModFix/>
          </a:blip>
          <a:stretch>
            <a:fillRect/>
          </a:stretch>
        </p:blipFill>
        <p:spPr>
          <a:xfrm>
            <a:off x="8214475" y="109425"/>
            <a:ext cx="810826" cy="659315"/>
          </a:xfrm>
          <a:prstGeom prst="rect">
            <a:avLst/>
          </a:prstGeom>
          <a:noFill/>
          <a:ln>
            <a:noFill/>
          </a:ln>
        </p:spPr>
      </p:pic>
      <p:sp>
        <p:nvSpPr>
          <p:cNvPr id="593" name="Google Shape;593;p80"/>
          <p:cNvSpPr txBox="1"/>
          <p:nvPr/>
        </p:nvSpPr>
        <p:spPr>
          <a:xfrm>
            <a:off x="399075" y="495125"/>
            <a:ext cx="6634500" cy="440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Task 2</a:t>
            </a:r>
            <a:endParaRPr b="1" sz="1800">
              <a:solidFill>
                <a:schemeClr val="dk2"/>
              </a:solidFill>
            </a:endParaRPr>
          </a:p>
          <a:p>
            <a:pPr indent="0" lvl="0" marL="0" rtl="0" algn="l">
              <a:spcBef>
                <a:spcPts val="0"/>
              </a:spcBef>
              <a:spcAft>
                <a:spcPts val="0"/>
              </a:spcAft>
              <a:buNone/>
            </a:pPr>
            <a:r>
              <a:t/>
            </a:r>
            <a:endParaRPr sz="1200">
              <a:solidFill>
                <a:srgbClr val="1F2328"/>
              </a:solidFill>
              <a:highlight>
                <a:srgbClr val="FFFFFF"/>
              </a:highlight>
            </a:endParaRPr>
          </a:p>
          <a:p>
            <a:pPr indent="0" lvl="0" marL="0" rtl="0" algn="l">
              <a:spcBef>
                <a:spcPts val="0"/>
              </a:spcBef>
              <a:spcAft>
                <a:spcPts val="0"/>
              </a:spcAft>
              <a:buNone/>
            </a:pPr>
            <a:r>
              <a:t/>
            </a:r>
            <a:endParaRPr b="1" sz="1200">
              <a:solidFill>
                <a:srgbClr val="1F2328"/>
              </a:solidFill>
              <a:highlight>
                <a:srgbClr val="FFFFFF"/>
              </a:highlight>
            </a:endParaRPr>
          </a:p>
          <a:p>
            <a:pPr indent="0" lvl="0" marL="0" rtl="0" algn="l">
              <a:spcBef>
                <a:spcPts val="0"/>
              </a:spcBef>
              <a:spcAft>
                <a:spcPts val="0"/>
              </a:spcAft>
              <a:buNone/>
            </a:pPr>
            <a:r>
              <a:rPr b="1" lang="en" sz="1200">
                <a:solidFill>
                  <a:srgbClr val="1F2328"/>
                </a:solidFill>
                <a:highlight>
                  <a:srgbClr val="FFFFFF"/>
                </a:highlight>
              </a:rPr>
              <a:t>Aim</a:t>
            </a:r>
            <a:endParaRPr b="1" sz="1200">
              <a:solidFill>
                <a:srgbClr val="1F2328"/>
              </a:solidFill>
              <a:highlight>
                <a:srgbClr val="FFFFFF"/>
              </a:highlight>
            </a:endParaRPr>
          </a:p>
          <a:p>
            <a:pPr indent="0" lvl="0" marL="0" rtl="0" algn="l">
              <a:spcBef>
                <a:spcPts val="0"/>
              </a:spcBef>
              <a:spcAft>
                <a:spcPts val="0"/>
              </a:spcAft>
              <a:buNone/>
            </a:pPr>
            <a:r>
              <a:t/>
            </a:r>
            <a:endParaRPr sz="1200">
              <a:solidFill>
                <a:srgbClr val="1F2328"/>
              </a:solidFill>
              <a:highlight>
                <a:srgbClr val="FFFFFF"/>
              </a:highlight>
            </a:endParaRPr>
          </a:p>
          <a:p>
            <a:pPr indent="-317500" lvl="0" marL="457200" rtl="0" algn="l">
              <a:spcBef>
                <a:spcPts val="0"/>
              </a:spcBef>
              <a:spcAft>
                <a:spcPts val="0"/>
              </a:spcAft>
              <a:buSzPts val="1400"/>
              <a:buChar char="●"/>
            </a:pPr>
            <a:r>
              <a:rPr lang="en" sz="1200">
                <a:solidFill>
                  <a:srgbClr val="1F2328"/>
                </a:solidFill>
                <a:highlight>
                  <a:srgbClr val="FFFFFF"/>
                </a:highlight>
              </a:rPr>
              <a:t>Identify post-treatment recovery trajectory groups </a:t>
            </a:r>
            <a:endParaRPr sz="1200">
              <a:solidFill>
                <a:srgbClr val="1F2328"/>
              </a:solidFill>
              <a:highlight>
                <a:srgbClr val="FFFFFF"/>
              </a:highlight>
            </a:endParaRPr>
          </a:p>
          <a:p>
            <a:pPr indent="-317500" lvl="0" marL="457200" rtl="0" algn="l">
              <a:spcBef>
                <a:spcPts val="0"/>
              </a:spcBef>
              <a:spcAft>
                <a:spcPts val="0"/>
              </a:spcAft>
              <a:buSzPts val="1400"/>
              <a:buChar char="●"/>
            </a:pPr>
            <a:r>
              <a:rPr lang="en" sz="1200">
                <a:solidFill>
                  <a:srgbClr val="1F2328"/>
                </a:solidFill>
                <a:highlight>
                  <a:srgbClr val="FFFFFF"/>
                </a:highlight>
              </a:rPr>
              <a:t>Assess how trajectory identification changes under different missingness settings.</a:t>
            </a:r>
            <a:r>
              <a:rPr lang="en" sz="1100">
                <a:solidFill>
                  <a:schemeClr val="dk1"/>
                </a:solidFill>
              </a:rPr>
              <a:t>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rgbClr val="1F2328"/>
                </a:solidFill>
                <a:highlight>
                  <a:srgbClr val="FFFFFF"/>
                </a:highlight>
              </a:rPr>
              <a:t>4 Questions</a:t>
            </a:r>
            <a:endParaRPr b="1" sz="1200">
              <a:solidFill>
                <a:srgbClr val="1F2328"/>
              </a:solidFill>
              <a:highlight>
                <a:srgbClr val="FFFFFF"/>
              </a:highlight>
            </a:endParaRPr>
          </a:p>
          <a:p>
            <a:pPr indent="-304800" lvl="0" marL="457200" rtl="0" algn="l">
              <a:lnSpc>
                <a:spcPct val="115000"/>
              </a:lnSpc>
              <a:spcBef>
                <a:spcPts val="1200"/>
              </a:spcBef>
              <a:spcAft>
                <a:spcPts val="0"/>
              </a:spcAft>
              <a:buClr>
                <a:srgbClr val="1F2328"/>
              </a:buClr>
              <a:buSzPts val="1200"/>
              <a:buAutoNum type="arabicPeriod"/>
            </a:pPr>
            <a:r>
              <a:rPr lang="en" sz="1200">
                <a:solidFill>
                  <a:srgbClr val="1F2328"/>
                </a:solidFill>
                <a:highlight>
                  <a:srgbClr val="FFFFFF"/>
                </a:highlight>
              </a:rPr>
              <a:t>How well can the recovery groups be identified when there is no missingness or very little missingness?</a:t>
            </a:r>
            <a:endParaRPr sz="1200">
              <a:solidFill>
                <a:srgbClr val="1F2328"/>
              </a:solidFill>
              <a:highlight>
                <a:srgbClr val="FFFFFF"/>
              </a:highlight>
            </a:endParaRPr>
          </a:p>
          <a:p>
            <a:pPr indent="-304800" lvl="0" marL="457200" rtl="0" algn="l">
              <a:lnSpc>
                <a:spcPct val="115000"/>
              </a:lnSpc>
              <a:spcBef>
                <a:spcPts val="0"/>
              </a:spcBef>
              <a:spcAft>
                <a:spcPts val="0"/>
              </a:spcAft>
              <a:buClr>
                <a:srgbClr val="1F2328"/>
              </a:buClr>
              <a:buSzPts val="1200"/>
              <a:buAutoNum type="arabicPeriod"/>
            </a:pPr>
            <a:r>
              <a:rPr lang="en" sz="1200">
                <a:solidFill>
                  <a:srgbClr val="1F2328"/>
                </a:solidFill>
                <a:highlight>
                  <a:srgbClr val="FFFFFF"/>
                </a:highlight>
              </a:rPr>
              <a:t>How does performance change as the amount of missingness increases?</a:t>
            </a:r>
            <a:endParaRPr sz="1200">
              <a:solidFill>
                <a:srgbClr val="1F2328"/>
              </a:solidFill>
              <a:highlight>
                <a:srgbClr val="FFFFFF"/>
              </a:highlight>
            </a:endParaRPr>
          </a:p>
          <a:p>
            <a:pPr indent="-304800" lvl="0" marL="457200" rtl="0" algn="l">
              <a:lnSpc>
                <a:spcPct val="115000"/>
              </a:lnSpc>
              <a:spcBef>
                <a:spcPts val="0"/>
              </a:spcBef>
              <a:spcAft>
                <a:spcPts val="0"/>
              </a:spcAft>
              <a:buClr>
                <a:srgbClr val="1F2328"/>
              </a:buClr>
              <a:buSzPts val="1200"/>
              <a:buAutoNum type="arabicPeriod"/>
            </a:pPr>
            <a:r>
              <a:rPr lang="en" sz="1200">
                <a:solidFill>
                  <a:srgbClr val="1F2328"/>
                </a:solidFill>
                <a:highlight>
                  <a:srgbClr val="FFFFFF"/>
                </a:highlight>
              </a:rPr>
              <a:t>Does performance differ when missingness occurs in different ways (MCAR, MAR, MNAR)?</a:t>
            </a:r>
            <a:endParaRPr sz="1200">
              <a:solidFill>
                <a:srgbClr val="1F2328"/>
              </a:solidFill>
              <a:highlight>
                <a:srgbClr val="FFFFFF"/>
              </a:highlight>
            </a:endParaRPr>
          </a:p>
          <a:p>
            <a:pPr indent="-304800" lvl="0" marL="457200" rtl="0" algn="l">
              <a:lnSpc>
                <a:spcPct val="115000"/>
              </a:lnSpc>
              <a:spcBef>
                <a:spcPts val="0"/>
              </a:spcBef>
              <a:spcAft>
                <a:spcPts val="0"/>
              </a:spcAft>
              <a:buClr>
                <a:srgbClr val="1F2328"/>
              </a:buClr>
              <a:buSzPts val="1200"/>
              <a:buAutoNum type="arabicPeriod"/>
            </a:pPr>
            <a:r>
              <a:rPr lang="en" sz="1200">
                <a:solidFill>
                  <a:srgbClr val="1F2328"/>
                </a:solidFill>
                <a:highlight>
                  <a:srgbClr val="FFFFFF"/>
                </a:highlight>
              </a:rPr>
              <a:t>What level or type of missingness appears to make recovery group identification unreliable?</a:t>
            </a:r>
            <a:endParaRPr sz="1200">
              <a:solidFill>
                <a:srgbClr val="1F2328"/>
              </a:solidFill>
              <a:highlight>
                <a:srgbClr val="FFFFFF"/>
              </a:highlight>
            </a:endParaRPr>
          </a:p>
          <a:p>
            <a:pPr indent="0" lvl="0" marL="0" rtl="0" algn="l">
              <a:spcBef>
                <a:spcPts val="1200"/>
              </a:spcBef>
              <a:spcAft>
                <a:spcPts val="0"/>
              </a:spcAft>
              <a:buNone/>
            </a:pPr>
            <a:r>
              <a:t/>
            </a:r>
            <a:endParaRPr sz="1100">
              <a:solidFill>
                <a:schemeClr val="dk1"/>
              </a:solidFill>
            </a:endParaRPr>
          </a:p>
        </p:txBody>
      </p:sp>
      <p:pic>
        <p:nvPicPr>
          <p:cNvPr id="594" name="Google Shape;594;p80"/>
          <p:cNvPicPr preferRelativeResize="0"/>
          <p:nvPr/>
        </p:nvPicPr>
        <p:blipFill>
          <a:blip r:embed="rId4">
            <a:alphaModFix/>
          </a:blip>
          <a:stretch>
            <a:fillRect/>
          </a:stretch>
        </p:blipFill>
        <p:spPr>
          <a:xfrm>
            <a:off x="7258600" y="0"/>
            <a:ext cx="911475" cy="911475"/>
          </a:xfrm>
          <a:prstGeom prst="rect">
            <a:avLst/>
          </a:prstGeom>
          <a:noFill/>
          <a:ln>
            <a:noFill/>
          </a:ln>
        </p:spPr>
      </p:pic>
      <p:pic>
        <p:nvPicPr>
          <p:cNvPr id="595" name="Google Shape;595;p80" title="Screenshot 2026-05-15 at 10.15.45.png"/>
          <p:cNvPicPr preferRelativeResize="0"/>
          <p:nvPr/>
        </p:nvPicPr>
        <p:blipFill>
          <a:blip r:embed="rId5">
            <a:alphaModFix/>
          </a:blip>
          <a:stretch>
            <a:fillRect/>
          </a:stretch>
        </p:blipFill>
        <p:spPr>
          <a:xfrm>
            <a:off x="6169972" y="264874"/>
            <a:ext cx="967000" cy="3484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81"/>
          <p:cNvSpPr txBox="1"/>
          <p:nvPr>
            <p:ph type="title"/>
          </p:nvPr>
        </p:nvSpPr>
        <p:spPr>
          <a:xfrm>
            <a:off x="316800" y="326850"/>
            <a:ext cx="4495800" cy="8733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Open Sans"/>
              <a:buNone/>
            </a:pPr>
            <a:r>
              <a:rPr b="1" lang="en" sz="1800">
                <a:solidFill>
                  <a:srgbClr val="0A0A0A"/>
                </a:solidFill>
                <a:highlight>
                  <a:srgbClr val="FDFDFC"/>
                </a:highlight>
                <a:latin typeface="Arial"/>
                <a:ea typeface="Arial"/>
                <a:cs typeface="Arial"/>
                <a:sym typeface="Arial"/>
              </a:rPr>
              <a:t>Three-Phase Validation, 23 Datasets</a:t>
            </a:r>
            <a:r>
              <a:rPr b="1" lang="en" sz="1800">
                <a:solidFill>
                  <a:srgbClr val="000000"/>
                </a:solidFill>
                <a:latin typeface="Arial"/>
                <a:ea typeface="Arial"/>
                <a:cs typeface="Arial"/>
                <a:sym typeface="Arial"/>
              </a:rPr>
              <a:t> </a:t>
            </a:r>
            <a:endParaRPr b="1" sz="1800">
              <a:latin typeface="Arial"/>
              <a:ea typeface="Arial"/>
              <a:cs typeface="Arial"/>
              <a:sym typeface="Arial"/>
            </a:endParaRPr>
          </a:p>
        </p:txBody>
      </p:sp>
      <p:sp>
        <p:nvSpPr>
          <p:cNvPr id="602" name="Google Shape;602;p81"/>
          <p:cNvSpPr txBox="1"/>
          <p:nvPr/>
        </p:nvSpPr>
        <p:spPr>
          <a:xfrm>
            <a:off x="203800" y="1149200"/>
            <a:ext cx="5229600" cy="249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  Phase 1: TRAIN                                          │</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  Cohort C (seed=50) → K-means → LOCK MODEL               │</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        ↓                                                 │</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  Phase 2: EXTERNAL VALIDATION                            │</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  Cohort B (seed=42) complete data                        │</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        ↓                                                 │</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  Phase 3: MISSINGNESS SENSITIVITY                        │</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  Cohort B + 21 missingness configurations                │</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  (7 levels: 10/25/50/75/90/95/99% × 3 mechanisms)        │</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100">
              <a:solidFill>
                <a:srgbClr val="1A1A1A"/>
              </a:solidFill>
              <a:highlight>
                <a:srgbClr val="FDFDFC"/>
              </a:highlight>
              <a:latin typeface="Courier New"/>
              <a:ea typeface="Courier New"/>
              <a:cs typeface="Courier New"/>
              <a:sym typeface="Courier New"/>
            </a:endParaRPr>
          </a:p>
        </p:txBody>
      </p:sp>
      <p:pic>
        <p:nvPicPr>
          <p:cNvPr id="603" name="Google Shape;603;p81"/>
          <p:cNvPicPr preferRelativeResize="0"/>
          <p:nvPr/>
        </p:nvPicPr>
        <p:blipFill>
          <a:blip r:embed="rId3">
            <a:alphaModFix/>
          </a:blip>
          <a:stretch>
            <a:fillRect/>
          </a:stretch>
        </p:blipFill>
        <p:spPr>
          <a:xfrm>
            <a:off x="5674875" y="537713"/>
            <a:ext cx="3244351" cy="451575"/>
          </a:xfrm>
          <a:prstGeom prst="rect">
            <a:avLst/>
          </a:prstGeom>
          <a:noFill/>
          <a:ln>
            <a:noFill/>
          </a:ln>
        </p:spPr>
      </p:pic>
      <p:pic>
        <p:nvPicPr>
          <p:cNvPr id="604" name="Google Shape;604;p81"/>
          <p:cNvPicPr preferRelativeResize="0"/>
          <p:nvPr/>
        </p:nvPicPr>
        <p:blipFill>
          <a:blip r:embed="rId4">
            <a:alphaModFix/>
          </a:blip>
          <a:stretch>
            <a:fillRect/>
          </a:stretch>
        </p:blipFill>
        <p:spPr>
          <a:xfrm>
            <a:off x="5674875" y="1149200"/>
            <a:ext cx="3244350" cy="433031"/>
          </a:xfrm>
          <a:prstGeom prst="rect">
            <a:avLst/>
          </a:prstGeom>
          <a:noFill/>
          <a:ln>
            <a:noFill/>
          </a:ln>
        </p:spPr>
      </p:pic>
      <p:pic>
        <p:nvPicPr>
          <p:cNvPr id="605" name="Google Shape;605;p81"/>
          <p:cNvPicPr preferRelativeResize="0"/>
          <p:nvPr/>
        </p:nvPicPr>
        <p:blipFill>
          <a:blip r:embed="rId5">
            <a:alphaModFix/>
          </a:blip>
          <a:stretch>
            <a:fillRect/>
          </a:stretch>
        </p:blipFill>
        <p:spPr>
          <a:xfrm>
            <a:off x="5333662" y="2746750"/>
            <a:ext cx="3727427" cy="16125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pic>
        <p:nvPicPr>
          <p:cNvPr id="610" name="Google Shape;610;p82" title="Screenshot 2026-05-14 at 12.12.42.png"/>
          <p:cNvPicPr preferRelativeResize="0"/>
          <p:nvPr/>
        </p:nvPicPr>
        <p:blipFill>
          <a:blip r:embed="rId3">
            <a:alphaModFix/>
          </a:blip>
          <a:stretch>
            <a:fillRect/>
          </a:stretch>
        </p:blipFill>
        <p:spPr>
          <a:xfrm>
            <a:off x="8214475" y="109425"/>
            <a:ext cx="810826" cy="659315"/>
          </a:xfrm>
          <a:prstGeom prst="rect">
            <a:avLst/>
          </a:prstGeom>
          <a:noFill/>
          <a:ln>
            <a:noFill/>
          </a:ln>
        </p:spPr>
      </p:pic>
      <p:pic>
        <p:nvPicPr>
          <p:cNvPr id="611" name="Google Shape;611;p82"/>
          <p:cNvPicPr preferRelativeResize="0"/>
          <p:nvPr/>
        </p:nvPicPr>
        <p:blipFill>
          <a:blip r:embed="rId4">
            <a:alphaModFix/>
          </a:blip>
          <a:stretch>
            <a:fillRect/>
          </a:stretch>
        </p:blipFill>
        <p:spPr>
          <a:xfrm>
            <a:off x="7258600" y="0"/>
            <a:ext cx="911475" cy="911475"/>
          </a:xfrm>
          <a:prstGeom prst="rect">
            <a:avLst/>
          </a:prstGeom>
          <a:noFill/>
          <a:ln>
            <a:noFill/>
          </a:ln>
        </p:spPr>
      </p:pic>
      <p:pic>
        <p:nvPicPr>
          <p:cNvPr id="612" name="Google Shape;612;p82" title="Screenshot 2026-05-15 at 10.15.45.png"/>
          <p:cNvPicPr preferRelativeResize="0"/>
          <p:nvPr/>
        </p:nvPicPr>
        <p:blipFill>
          <a:blip r:embed="rId5">
            <a:alphaModFix/>
          </a:blip>
          <a:stretch>
            <a:fillRect/>
          </a:stretch>
        </p:blipFill>
        <p:spPr>
          <a:xfrm>
            <a:off x="6169972" y="264874"/>
            <a:ext cx="967000" cy="348425"/>
          </a:xfrm>
          <a:prstGeom prst="rect">
            <a:avLst/>
          </a:prstGeom>
          <a:noFill/>
          <a:ln>
            <a:noFill/>
          </a:ln>
        </p:spPr>
      </p:pic>
      <p:sp>
        <p:nvSpPr>
          <p:cNvPr id="613" name="Google Shape;613;p82"/>
          <p:cNvSpPr txBox="1"/>
          <p:nvPr/>
        </p:nvSpPr>
        <p:spPr>
          <a:xfrm>
            <a:off x="544100" y="1475875"/>
            <a:ext cx="3321300" cy="291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Why K-means:</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Interpretable: centroids = "typical" patients</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Reproducible (random_state=42)</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Standard, accepted by clinical reviewers</a:t>
            </a:r>
            <a:endParaRPr sz="1200">
              <a:solidFill>
                <a:srgbClr val="0A0A0A"/>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t/>
            </a:r>
            <a:endParaRPr sz="1200">
              <a:solidFill>
                <a:srgbClr val="0A0A0A"/>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Cross-cohort design:</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Training (Cohort C) ≠ Testing (Cohort B)</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150">
                <a:solidFill>
                  <a:srgbClr val="0A0A0A"/>
                </a:solidFill>
                <a:highlight>
                  <a:srgbClr val="FDFDFC"/>
                </a:highlight>
                <a:latin typeface="Courier New"/>
                <a:ea typeface="Courier New"/>
                <a:cs typeface="Courier New"/>
                <a:sym typeface="Courier New"/>
              </a:rPr>
              <a:t>joblib.dump()</a:t>
            </a:r>
            <a:r>
              <a:rPr lang="en" sz="1200">
                <a:solidFill>
                  <a:srgbClr val="0A0A0A"/>
                </a:solidFill>
                <a:highlight>
                  <a:srgbClr val="FDFDFC"/>
                </a:highlight>
                <a:latin typeface="Roboto"/>
                <a:ea typeface="Roboto"/>
                <a:cs typeface="Roboto"/>
                <a:sym typeface="Roboto"/>
              </a:rPr>
              <a:t> → lock after training</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All test uses </a:t>
            </a:r>
            <a:r>
              <a:rPr lang="en" sz="1150">
                <a:solidFill>
                  <a:srgbClr val="0A0A0A"/>
                </a:solidFill>
                <a:highlight>
                  <a:srgbClr val="FDFDFC"/>
                </a:highlight>
                <a:latin typeface="Courier New"/>
                <a:ea typeface="Courier New"/>
                <a:cs typeface="Courier New"/>
                <a:sym typeface="Courier New"/>
              </a:rPr>
              <a:t>transform()</a:t>
            </a:r>
            <a:r>
              <a:rPr lang="en" sz="1200">
                <a:solidFill>
                  <a:srgbClr val="0A0A0A"/>
                </a:solidFill>
                <a:highlight>
                  <a:srgbClr val="FDFDFC"/>
                </a:highlight>
                <a:latin typeface="Roboto"/>
                <a:ea typeface="Roboto"/>
                <a:cs typeface="Roboto"/>
                <a:sym typeface="Roboto"/>
              </a:rPr>
              <a:t> + </a:t>
            </a:r>
            <a:r>
              <a:rPr lang="en" sz="1150">
                <a:solidFill>
                  <a:srgbClr val="0A0A0A"/>
                </a:solidFill>
                <a:highlight>
                  <a:srgbClr val="FDFDFC"/>
                </a:highlight>
                <a:latin typeface="Courier New"/>
                <a:ea typeface="Courier New"/>
                <a:cs typeface="Courier New"/>
                <a:sym typeface="Courier New"/>
              </a:rPr>
              <a:t>predict()</a:t>
            </a:r>
            <a:r>
              <a:rPr lang="en" sz="1200">
                <a:solidFill>
                  <a:srgbClr val="0A0A0A"/>
                </a:solidFill>
                <a:highlight>
                  <a:srgbClr val="FDFDFC"/>
                </a:highlight>
                <a:latin typeface="Roboto"/>
                <a:ea typeface="Roboto"/>
                <a:cs typeface="Roboto"/>
                <a:sym typeface="Roboto"/>
              </a:rPr>
              <a:t> only (never </a:t>
            </a:r>
            <a:r>
              <a:rPr lang="en" sz="1150">
                <a:solidFill>
                  <a:srgbClr val="0A0A0A"/>
                </a:solidFill>
                <a:highlight>
                  <a:srgbClr val="FDFDFC"/>
                </a:highlight>
                <a:latin typeface="Courier New"/>
                <a:ea typeface="Courier New"/>
                <a:cs typeface="Courier New"/>
                <a:sym typeface="Courier New"/>
              </a:rPr>
              <a:t>fit</a:t>
            </a:r>
            <a:r>
              <a:rPr lang="en" sz="1200">
                <a:solidFill>
                  <a:srgbClr val="0A0A0A"/>
                </a:solidFill>
                <a:highlight>
                  <a:srgbClr val="FDFDFC"/>
                </a:highlight>
                <a:latin typeface="Roboto"/>
                <a:ea typeface="Roboto"/>
                <a:cs typeface="Roboto"/>
                <a:sym typeface="Roboto"/>
              </a:rPr>
              <a:t>)</a:t>
            </a:r>
            <a:endParaRPr sz="1200">
              <a:solidFill>
                <a:srgbClr val="0A0A0A"/>
              </a:solidFill>
              <a:highlight>
                <a:srgbClr val="FDFDFC"/>
              </a:highlight>
              <a:latin typeface="Roboto"/>
              <a:ea typeface="Roboto"/>
              <a:cs typeface="Roboto"/>
              <a:sym typeface="Roboto"/>
            </a:endParaRPr>
          </a:p>
        </p:txBody>
      </p:sp>
      <p:sp>
        <p:nvSpPr>
          <p:cNvPr id="614" name="Google Shape;614;p82"/>
          <p:cNvSpPr txBox="1"/>
          <p:nvPr/>
        </p:nvSpPr>
        <p:spPr>
          <a:xfrm>
            <a:off x="500650" y="399450"/>
            <a:ext cx="459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0A0A0A"/>
                </a:solidFill>
                <a:highlight>
                  <a:srgbClr val="FDFDFC"/>
                </a:highlight>
              </a:rPr>
              <a:t>Why K-means? Why Lock the Model?</a:t>
            </a:r>
            <a:r>
              <a:rPr b="1" lang="en" sz="1800"/>
              <a:t> </a:t>
            </a:r>
            <a:endParaRPr b="1" sz="1800"/>
          </a:p>
        </p:txBody>
      </p:sp>
      <p:pic>
        <p:nvPicPr>
          <p:cNvPr id="615" name="Google Shape;615;p82"/>
          <p:cNvPicPr preferRelativeResize="0"/>
          <p:nvPr/>
        </p:nvPicPr>
        <p:blipFill>
          <a:blip r:embed="rId6">
            <a:alphaModFix/>
          </a:blip>
          <a:stretch>
            <a:fillRect/>
          </a:stretch>
        </p:blipFill>
        <p:spPr>
          <a:xfrm>
            <a:off x="3722000" y="1849625"/>
            <a:ext cx="5140550" cy="2452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83"/>
          <p:cNvSpPr txBox="1"/>
          <p:nvPr>
            <p:ph type="title"/>
          </p:nvPr>
        </p:nvSpPr>
        <p:spPr>
          <a:xfrm>
            <a:off x="316800" y="326850"/>
            <a:ext cx="4056900" cy="21891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b="1" lang="en" sz="1600">
                <a:solidFill>
                  <a:srgbClr val="0A0A0A"/>
                </a:solidFill>
                <a:highlight>
                  <a:srgbClr val="FDFDFC"/>
                </a:highlight>
                <a:latin typeface="Arial"/>
                <a:ea typeface="Arial"/>
                <a:cs typeface="Arial"/>
                <a:sym typeface="Arial"/>
              </a:rPr>
              <a:t>Phase A Performance (Complete Data)</a:t>
            </a:r>
            <a:endParaRPr b="1" sz="1600">
              <a:solidFill>
                <a:srgbClr val="0A0A0A"/>
              </a:solidFill>
              <a:highlight>
                <a:srgbClr val="FDFDFC"/>
              </a:highlight>
              <a:latin typeface="Arial"/>
              <a:ea typeface="Arial"/>
              <a:cs typeface="Arial"/>
              <a:sym typeface="Arial"/>
            </a:endParaRPr>
          </a:p>
          <a:p>
            <a:pPr indent="0" lvl="0" marL="0" rtl="0" algn="l">
              <a:lnSpc>
                <a:spcPct val="115000"/>
              </a:lnSpc>
              <a:spcBef>
                <a:spcPts val="0"/>
              </a:spcBef>
              <a:spcAft>
                <a:spcPts val="0"/>
              </a:spcAft>
              <a:buNone/>
            </a:pPr>
            <a:r>
              <a:rPr b="1" lang="en" sz="1600">
                <a:solidFill>
                  <a:srgbClr val="0A0A0A"/>
                </a:solidFill>
                <a:highlight>
                  <a:srgbClr val="FDFDFC"/>
                </a:highlight>
                <a:latin typeface="Arial"/>
                <a:ea typeface="Arial"/>
                <a:cs typeface="Arial"/>
                <a:sym typeface="Arial"/>
              </a:rPr>
              <a:t>Baseline Performance Looks Strong</a:t>
            </a:r>
            <a:r>
              <a:rPr b="1" lang="en" sz="1600">
                <a:solidFill>
                  <a:srgbClr val="000000"/>
                </a:solidFill>
                <a:latin typeface="Arial"/>
                <a:ea typeface="Arial"/>
                <a:cs typeface="Arial"/>
                <a:sym typeface="Arial"/>
              </a:rPr>
              <a:t> </a:t>
            </a:r>
            <a:endParaRPr b="1" sz="1600">
              <a:solidFill>
                <a:srgbClr val="0A0A0A"/>
              </a:solidFill>
              <a:highlight>
                <a:srgbClr val="FDFDFC"/>
              </a:highlight>
              <a:latin typeface="Arial"/>
              <a:ea typeface="Arial"/>
              <a:cs typeface="Arial"/>
              <a:sym typeface="Arial"/>
            </a:endParaRPr>
          </a:p>
        </p:txBody>
      </p:sp>
      <p:graphicFrame>
        <p:nvGraphicFramePr>
          <p:cNvPr id="621" name="Google Shape;621;p83"/>
          <p:cNvGraphicFramePr/>
          <p:nvPr/>
        </p:nvGraphicFramePr>
        <p:xfrm>
          <a:off x="400050" y="1555350"/>
          <a:ext cx="3000000" cy="3000000"/>
        </p:xfrm>
        <a:graphic>
          <a:graphicData uri="http://schemas.openxmlformats.org/drawingml/2006/table">
            <a:tbl>
              <a:tblPr>
                <a:solidFill>
                  <a:srgbClr val="FDFDFC"/>
                </a:solidFill>
                <a:tableStyleId>{C46BB4AA-CFEC-486B-9C4C-739FDA7BA778}</a:tableStyleId>
              </a:tblPr>
              <a:tblGrid>
                <a:gridCol w="2371575"/>
                <a:gridCol w="562625"/>
              </a:tblGrid>
              <a:tr h="323850">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Metric</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Value</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r h="323850">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Training accuracy (Cohort C)</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94%</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r h="323850">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External validation (Cohort B)</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95%</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r h="323850">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ARI (training)</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0.83</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r h="323850">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ARI (external)</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0.85</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bl>
          </a:graphicData>
        </a:graphic>
      </p:graphicFrame>
      <p:sp>
        <p:nvSpPr>
          <p:cNvPr id="622" name="Google Shape;622;p83"/>
          <p:cNvSpPr txBox="1"/>
          <p:nvPr/>
        </p:nvSpPr>
        <p:spPr>
          <a:xfrm>
            <a:off x="400050" y="4261175"/>
            <a:ext cx="4636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6E6C68"/>
                </a:solidFill>
                <a:highlight>
                  <a:srgbClr val="FDFDFC"/>
                </a:highlight>
                <a:latin typeface="Roboto"/>
                <a:ea typeface="Roboto"/>
                <a:cs typeface="Roboto"/>
                <a:sym typeface="Roboto"/>
              </a:rPr>
              <a:t>Training ≈ External validation ⇒ Model generalises well</a:t>
            </a:r>
            <a:r>
              <a:rPr lang="en" sz="1100"/>
              <a:t> </a:t>
            </a:r>
            <a:endParaRPr/>
          </a:p>
        </p:txBody>
      </p:sp>
      <p:pic>
        <p:nvPicPr>
          <p:cNvPr id="623" name="Google Shape;623;p83" title="Screenshot 2026-05-14 at 12.12.42.png"/>
          <p:cNvPicPr preferRelativeResize="0"/>
          <p:nvPr/>
        </p:nvPicPr>
        <p:blipFill>
          <a:blip r:embed="rId3">
            <a:alphaModFix/>
          </a:blip>
          <a:stretch>
            <a:fillRect/>
          </a:stretch>
        </p:blipFill>
        <p:spPr>
          <a:xfrm>
            <a:off x="8214475" y="109425"/>
            <a:ext cx="810826" cy="659315"/>
          </a:xfrm>
          <a:prstGeom prst="rect">
            <a:avLst/>
          </a:prstGeom>
          <a:noFill/>
          <a:ln>
            <a:noFill/>
          </a:ln>
        </p:spPr>
      </p:pic>
      <p:pic>
        <p:nvPicPr>
          <p:cNvPr id="624" name="Google Shape;624;p83"/>
          <p:cNvPicPr preferRelativeResize="0"/>
          <p:nvPr/>
        </p:nvPicPr>
        <p:blipFill>
          <a:blip r:embed="rId4">
            <a:alphaModFix/>
          </a:blip>
          <a:stretch>
            <a:fillRect/>
          </a:stretch>
        </p:blipFill>
        <p:spPr>
          <a:xfrm>
            <a:off x="7258600" y="0"/>
            <a:ext cx="911475" cy="911475"/>
          </a:xfrm>
          <a:prstGeom prst="rect">
            <a:avLst/>
          </a:prstGeom>
          <a:noFill/>
          <a:ln>
            <a:noFill/>
          </a:ln>
        </p:spPr>
      </p:pic>
      <p:pic>
        <p:nvPicPr>
          <p:cNvPr id="625" name="Google Shape;625;p83" title="Screenshot 2026-05-15 at 10.15.45.png"/>
          <p:cNvPicPr preferRelativeResize="0"/>
          <p:nvPr/>
        </p:nvPicPr>
        <p:blipFill>
          <a:blip r:embed="rId5">
            <a:alphaModFix/>
          </a:blip>
          <a:stretch>
            <a:fillRect/>
          </a:stretch>
        </p:blipFill>
        <p:spPr>
          <a:xfrm>
            <a:off x="6169972" y="264874"/>
            <a:ext cx="967000" cy="348425"/>
          </a:xfrm>
          <a:prstGeom prst="rect">
            <a:avLst/>
          </a:prstGeom>
          <a:noFill/>
          <a:ln>
            <a:noFill/>
          </a:ln>
        </p:spPr>
      </p:pic>
      <p:pic>
        <p:nvPicPr>
          <p:cNvPr id="626" name="Google Shape;626;p83"/>
          <p:cNvPicPr preferRelativeResize="0"/>
          <p:nvPr/>
        </p:nvPicPr>
        <p:blipFill>
          <a:blip r:embed="rId6">
            <a:alphaModFix/>
          </a:blip>
          <a:stretch>
            <a:fillRect/>
          </a:stretch>
        </p:blipFill>
        <p:spPr>
          <a:xfrm>
            <a:off x="4617200" y="961425"/>
            <a:ext cx="3799397" cy="3034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1" name="Shape 631"/>
        <p:cNvGrpSpPr/>
        <p:nvPr/>
      </p:nvGrpSpPr>
      <p:grpSpPr>
        <a:xfrm>
          <a:off x="0" y="0"/>
          <a:ext cx="0" cy="0"/>
          <a:chOff x="0" y="0"/>
          <a:chExt cx="0" cy="0"/>
        </a:xfrm>
      </p:grpSpPr>
      <p:sp>
        <p:nvSpPr>
          <p:cNvPr id="632" name="Google Shape;632;p84"/>
          <p:cNvSpPr txBox="1"/>
          <p:nvPr>
            <p:ph type="title"/>
          </p:nvPr>
        </p:nvSpPr>
        <p:spPr>
          <a:xfrm>
            <a:off x="316800" y="326839"/>
            <a:ext cx="3726900" cy="873300"/>
          </a:xfrm>
          <a:prstGeom prst="rect">
            <a:avLst/>
          </a:prstGeom>
          <a:noFill/>
          <a:ln>
            <a:noFill/>
          </a:ln>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b="1" lang="en" sz="1800">
                <a:solidFill>
                  <a:srgbClr val="0A0A0A"/>
                </a:solidFill>
                <a:highlight>
                  <a:srgbClr val="FDFDFC"/>
                </a:highlight>
                <a:latin typeface="Arial"/>
                <a:ea typeface="Arial"/>
                <a:cs typeface="Arial"/>
                <a:sym typeface="Arial"/>
              </a:rPr>
              <a:t>Feature Engineering</a:t>
            </a:r>
            <a:endParaRPr b="1" sz="1800">
              <a:solidFill>
                <a:srgbClr val="0A0A0A"/>
              </a:solidFill>
              <a:highlight>
                <a:srgbClr val="FDFDFC"/>
              </a:highlight>
              <a:latin typeface="Arial"/>
              <a:ea typeface="Arial"/>
              <a:cs typeface="Arial"/>
              <a:sym typeface="Arial"/>
            </a:endParaRPr>
          </a:p>
          <a:p>
            <a:pPr indent="0" lvl="0" marL="0" rtl="0" algn="l">
              <a:lnSpc>
                <a:spcPct val="90000"/>
              </a:lnSpc>
              <a:spcBef>
                <a:spcPts val="0"/>
              </a:spcBef>
              <a:spcAft>
                <a:spcPts val="0"/>
              </a:spcAft>
              <a:buClr>
                <a:schemeClr val="dk1"/>
              </a:buClr>
              <a:buSzPts val="2400"/>
              <a:buFont typeface="Open Sans"/>
              <a:buNone/>
            </a:pPr>
            <a:r>
              <a:t/>
            </a:r>
            <a:endParaRPr/>
          </a:p>
        </p:txBody>
      </p:sp>
      <p:sp>
        <p:nvSpPr>
          <p:cNvPr id="633" name="Google Shape;633;p84"/>
          <p:cNvSpPr txBox="1"/>
          <p:nvPr/>
        </p:nvSpPr>
        <p:spPr>
          <a:xfrm>
            <a:off x="316800" y="768750"/>
            <a:ext cx="4775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A0A0A"/>
                </a:solidFill>
                <a:highlight>
                  <a:srgbClr val="FDFDFC"/>
                </a:highlight>
                <a:latin typeface="Roboto"/>
                <a:ea typeface="Roboto"/>
                <a:cs typeface="Roboto"/>
                <a:sym typeface="Roboto"/>
              </a:rPr>
              <a:t>Compressing 365 Days into </a:t>
            </a:r>
            <a:r>
              <a:rPr lang="en" sz="1200">
                <a:solidFill>
                  <a:srgbClr val="0A0A0A"/>
                </a:solidFill>
                <a:highlight>
                  <a:srgbClr val="FDFDFC"/>
                </a:highlight>
                <a:latin typeface="Roboto"/>
                <a:ea typeface="Roboto"/>
                <a:cs typeface="Roboto"/>
                <a:sym typeface="Roboto"/>
              </a:rPr>
              <a:t>6 Clinical Features</a:t>
            </a:r>
            <a:r>
              <a:rPr lang="en" sz="1100"/>
              <a:t> </a:t>
            </a:r>
            <a:endParaRPr/>
          </a:p>
        </p:txBody>
      </p:sp>
      <p:pic>
        <p:nvPicPr>
          <p:cNvPr id="634" name="Google Shape;634;p84"/>
          <p:cNvPicPr preferRelativeResize="0"/>
          <p:nvPr/>
        </p:nvPicPr>
        <p:blipFill>
          <a:blip r:embed="rId3">
            <a:alphaModFix/>
          </a:blip>
          <a:stretch>
            <a:fillRect/>
          </a:stretch>
        </p:blipFill>
        <p:spPr>
          <a:xfrm>
            <a:off x="5092200" y="1735346"/>
            <a:ext cx="3812450" cy="1920604"/>
          </a:xfrm>
          <a:prstGeom prst="rect">
            <a:avLst/>
          </a:prstGeom>
          <a:noFill/>
          <a:ln>
            <a:noFill/>
          </a:ln>
        </p:spPr>
      </p:pic>
      <p:pic>
        <p:nvPicPr>
          <p:cNvPr id="635" name="Google Shape;635;p84" title="Screenshot 2026-05-14 at 12.12.42.png"/>
          <p:cNvPicPr preferRelativeResize="0"/>
          <p:nvPr/>
        </p:nvPicPr>
        <p:blipFill>
          <a:blip r:embed="rId4">
            <a:alphaModFix/>
          </a:blip>
          <a:stretch>
            <a:fillRect/>
          </a:stretch>
        </p:blipFill>
        <p:spPr>
          <a:xfrm>
            <a:off x="8214475" y="109425"/>
            <a:ext cx="810826" cy="659315"/>
          </a:xfrm>
          <a:prstGeom prst="rect">
            <a:avLst/>
          </a:prstGeom>
          <a:noFill/>
          <a:ln>
            <a:noFill/>
          </a:ln>
        </p:spPr>
      </p:pic>
      <p:pic>
        <p:nvPicPr>
          <p:cNvPr id="636" name="Google Shape;636;p84"/>
          <p:cNvPicPr preferRelativeResize="0"/>
          <p:nvPr/>
        </p:nvPicPr>
        <p:blipFill>
          <a:blip r:embed="rId5">
            <a:alphaModFix/>
          </a:blip>
          <a:stretch>
            <a:fillRect/>
          </a:stretch>
        </p:blipFill>
        <p:spPr>
          <a:xfrm>
            <a:off x="7258600" y="0"/>
            <a:ext cx="911475" cy="911475"/>
          </a:xfrm>
          <a:prstGeom prst="rect">
            <a:avLst/>
          </a:prstGeom>
          <a:noFill/>
          <a:ln>
            <a:noFill/>
          </a:ln>
        </p:spPr>
      </p:pic>
      <p:pic>
        <p:nvPicPr>
          <p:cNvPr id="637" name="Google Shape;637;p84" title="Screenshot 2026-05-15 at 10.15.45.png"/>
          <p:cNvPicPr preferRelativeResize="0"/>
          <p:nvPr/>
        </p:nvPicPr>
        <p:blipFill>
          <a:blip r:embed="rId6">
            <a:alphaModFix/>
          </a:blip>
          <a:stretch>
            <a:fillRect/>
          </a:stretch>
        </p:blipFill>
        <p:spPr>
          <a:xfrm>
            <a:off x="6169972" y="264874"/>
            <a:ext cx="967000" cy="348425"/>
          </a:xfrm>
          <a:prstGeom prst="rect">
            <a:avLst/>
          </a:prstGeom>
          <a:noFill/>
          <a:ln>
            <a:noFill/>
          </a:ln>
        </p:spPr>
      </p:pic>
      <p:graphicFrame>
        <p:nvGraphicFramePr>
          <p:cNvPr id="638" name="Google Shape;638;p84"/>
          <p:cNvGraphicFramePr/>
          <p:nvPr/>
        </p:nvGraphicFramePr>
        <p:xfrm>
          <a:off x="357688" y="1138050"/>
          <a:ext cx="3000000" cy="3000000"/>
        </p:xfrm>
        <a:graphic>
          <a:graphicData uri="http://schemas.openxmlformats.org/drawingml/2006/table">
            <a:tbl>
              <a:tblPr>
                <a:solidFill>
                  <a:srgbClr val="FDFDFC"/>
                </a:solidFill>
                <a:tableStyleId>{C46BB4AA-CFEC-486B-9C4C-739FDA7BA778}</a:tableStyleId>
              </a:tblPr>
              <a:tblGrid>
                <a:gridCol w="1634950"/>
                <a:gridCol w="2867825"/>
              </a:tblGrid>
              <a:tr h="561975">
                <a:tc>
                  <a:txBody>
                    <a:bodyPr/>
                    <a:lstStyle/>
                    <a:p>
                      <a:pPr indent="0" lvl="0" marL="0" rtl="0" algn="l">
                        <a:lnSpc>
                          <a:spcPct val="115000"/>
                        </a:lnSpc>
                        <a:spcBef>
                          <a:spcPts val="0"/>
                        </a:spcBef>
                        <a:spcAft>
                          <a:spcPts val="0"/>
                        </a:spcAft>
                        <a:buNone/>
                      </a:pPr>
                      <a:r>
                        <a:rPr lang="en" sz="1150">
                          <a:solidFill>
                            <a:srgbClr val="0A0A0A"/>
                          </a:solidFill>
                          <a:highlight>
                            <a:srgbClr val="FDFDFC"/>
                          </a:highlight>
                          <a:latin typeface="Courier New"/>
                          <a:ea typeface="Courier New"/>
                          <a:cs typeface="Courier New"/>
                          <a:sym typeface="Courier New"/>
                        </a:rPr>
                        <a:t>early_speed_log</a:t>
                      </a:r>
                      <a:endParaRPr sz="1150">
                        <a:solidFill>
                          <a:srgbClr val="0A0A0A"/>
                        </a:solidFill>
                        <a:highlight>
                          <a:srgbClr val="FDFDFC"/>
                        </a:highlight>
                        <a:latin typeface="Courier New"/>
                        <a:ea typeface="Courier New"/>
                        <a:cs typeface="Courier New"/>
                        <a:sym typeface="Courier New"/>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「patients still in pain, recently discharged, find it harder to wear the device consistently」</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lang="en" sz="1150">
                          <a:solidFill>
                            <a:srgbClr val="0A0A0A"/>
                          </a:solidFill>
                          <a:highlight>
                            <a:srgbClr val="FDFDFC"/>
                          </a:highlight>
                          <a:latin typeface="Courier New"/>
                          <a:ea typeface="Courier New"/>
                          <a:cs typeface="Courier New"/>
                          <a:sym typeface="Courier New"/>
                        </a:rPr>
                        <a:t>mid_plateau</a:t>
                      </a:r>
                      <a:endParaRPr sz="1150">
                        <a:solidFill>
                          <a:srgbClr val="0A0A0A"/>
                        </a:solidFill>
                        <a:highlight>
                          <a:srgbClr val="FDFDFC"/>
                        </a:highlight>
                        <a:latin typeface="Courier New"/>
                        <a:ea typeface="Courier New"/>
                        <a:cs typeface="Courier New"/>
                        <a:sym typeface="Courier New"/>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「patients settle into a new routine, trajectory more predictable」</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lang="en" sz="1150">
                          <a:solidFill>
                            <a:srgbClr val="0A0A0A"/>
                          </a:solidFill>
                          <a:highlight>
                            <a:srgbClr val="FDFDFC"/>
                          </a:highlight>
                          <a:latin typeface="Courier New"/>
                          <a:ea typeface="Courier New"/>
                          <a:cs typeface="Courier New"/>
                          <a:sym typeface="Courier New"/>
                        </a:rPr>
                        <a:t>late_level</a:t>
                      </a:r>
                      <a:endParaRPr sz="1150">
                        <a:solidFill>
                          <a:srgbClr val="0A0A0A"/>
                        </a:solidFill>
                        <a:highlight>
                          <a:srgbClr val="FDFDFC"/>
                        </a:highlight>
                        <a:latin typeface="Courier New"/>
                        <a:ea typeface="Courier New"/>
                        <a:cs typeface="Courier New"/>
                        <a:sym typeface="Courier New"/>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「represents their 'new normal' after a full year of recovery」</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r h="561975">
                <a:tc>
                  <a:txBody>
                    <a:bodyPr/>
                    <a:lstStyle/>
                    <a:p>
                      <a:pPr indent="0" lvl="0" marL="0" rtl="0" algn="l">
                        <a:lnSpc>
                          <a:spcPct val="115000"/>
                        </a:lnSpc>
                        <a:spcBef>
                          <a:spcPts val="0"/>
                        </a:spcBef>
                        <a:spcAft>
                          <a:spcPts val="0"/>
                        </a:spcAft>
                        <a:buNone/>
                      </a:pPr>
                      <a:r>
                        <a:rPr lang="en" sz="1150">
                          <a:solidFill>
                            <a:srgbClr val="0A0A0A"/>
                          </a:solidFill>
                          <a:highlight>
                            <a:srgbClr val="FDFDFC"/>
                          </a:highlight>
                          <a:latin typeface="Courier New"/>
                          <a:ea typeface="Courier New"/>
                          <a:cs typeface="Courier New"/>
                          <a:sym typeface="Courier New"/>
                        </a:rPr>
                        <a:t>max_steps</a:t>
                      </a:r>
                      <a:endParaRPr sz="1150">
                        <a:solidFill>
                          <a:srgbClr val="0A0A0A"/>
                        </a:solidFill>
                        <a:highlight>
                          <a:srgbClr val="FDFDFC"/>
                        </a:highlight>
                        <a:latin typeface="Courier New"/>
                        <a:ea typeface="Courier New"/>
                        <a:cs typeface="Courier New"/>
                        <a:sym typeface="Courier New"/>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「represents their best day — better indicator of true capacity than average」</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r h="561975">
                <a:tc>
                  <a:txBody>
                    <a:bodyPr/>
                    <a:lstStyle/>
                    <a:p>
                      <a:pPr indent="0" lvl="0" marL="0" rtl="0" algn="l">
                        <a:lnSpc>
                          <a:spcPct val="115000"/>
                        </a:lnSpc>
                        <a:spcBef>
                          <a:spcPts val="0"/>
                        </a:spcBef>
                        <a:spcAft>
                          <a:spcPts val="0"/>
                        </a:spcAft>
                        <a:buNone/>
                      </a:pPr>
                      <a:r>
                        <a:rPr lang="en" sz="1150">
                          <a:solidFill>
                            <a:srgbClr val="0A0A0A"/>
                          </a:solidFill>
                          <a:highlight>
                            <a:srgbClr val="FDFDFC"/>
                          </a:highlight>
                          <a:latin typeface="Courier New"/>
                          <a:ea typeface="Courier New"/>
                          <a:cs typeface="Courier New"/>
                          <a:sym typeface="Courier New"/>
                        </a:rPr>
                        <a:t>variability</a:t>
                      </a:r>
                      <a:endParaRPr sz="1150">
                        <a:solidFill>
                          <a:srgbClr val="0A0A0A"/>
                        </a:solidFill>
                        <a:highlight>
                          <a:srgbClr val="FDFDFC"/>
                        </a:highlight>
                        <a:latin typeface="Courier New"/>
                        <a:ea typeface="Courier New"/>
                        <a:cs typeface="Courier New"/>
                        <a:sym typeface="Courier New"/>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「smooth = stable healing; erratic = pain flares, comorbidities, setbacks」</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r h="561975">
                <a:tc>
                  <a:txBody>
                    <a:bodyPr/>
                    <a:lstStyle/>
                    <a:p>
                      <a:pPr indent="0" lvl="0" marL="0" rtl="0" algn="l">
                        <a:lnSpc>
                          <a:spcPct val="115000"/>
                        </a:lnSpc>
                        <a:spcBef>
                          <a:spcPts val="0"/>
                        </a:spcBef>
                        <a:spcAft>
                          <a:spcPts val="0"/>
                        </a:spcAft>
                        <a:buNone/>
                      </a:pPr>
                      <a:r>
                        <a:rPr lang="en" sz="1150">
                          <a:solidFill>
                            <a:srgbClr val="0A0A0A"/>
                          </a:solidFill>
                          <a:highlight>
                            <a:srgbClr val="FDFDFC"/>
                          </a:highlight>
                          <a:latin typeface="Courier New"/>
                          <a:ea typeface="Courier New"/>
                          <a:cs typeface="Courier New"/>
                          <a:sym typeface="Courier New"/>
                        </a:rPr>
                        <a:t>recovery_consistency</a:t>
                      </a:r>
                      <a:endParaRPr sz="1150">
                        <a:solidFill>
                          <a:srgbClr val="0A0A0A"/>
                        </a:solidFill>
                        <a:highlight>
                          <a:srgbClr val="FDFDFC"/>
                        </a:highlight>
                        <a:latin typeface="Courier New"/>
                        <a:ea typeface="Courier New"/>
                        <a:cs typeface="Courier New"/>
                        <a:sym typeface="Courier New"/>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「deviation from textbook pattern may flag atypical recovery worth a closer look」</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85"/>
          <p:cNvSpPr txBox="1"/>
          <p:nvPr>
            <p:ph type="title"/>
          </p:nvPr>
        </p:nvSpPr>
        <p:spPr>
          <a:xfrm>
            <a:off x="316800" y="326839"/>
            <a:ext cx="3201300" cy="21891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b="1" lang="en" sz="1500">
                <a:solidFill>
                  <a:srgbClr val="0A0A0A"/>
                </a:solidFill>
                <a:highlight>
                  <a:srgbClr val="FDFDFC"/>
                </a:highlight>
                <a:latin typeface="Arial"/>
                <a:ea typeface="Arial"/>
                <a:cs typeface="Arial"/>
                <a:sym typeface="Arial"/>
              </a:rPr>
              <a:t>Sensitivity Analysis</a:t>
            </a:r>
            <a:endParaRPr b="1" sz="2600">
              <a:latin typeface="Arial"/>
              <a:ea typeface="Arial"/>
              <a:cs typeface="Arial"/>
              <a:sym typeface="Arial"/>
            </a:endParaRPr>
          </a:p>
        </p:txBody>
      </p:sp>
      <p:pic>
        <p:nvPicPr>
          <p:cNvPr id="644" name="Google Shape;644;p85" title="Screenshot 2026-05-14 at 12.12.42.png"/>
          <p:cNvPicPr preferRelativeResize="0"/>
          <p:nvPr/>
        </p:nvPicPr>
        <p:blipFill>
          <a:blip r:embed="rId3">
            <a:alphaModFix/>
          </a:blip>
          <a:stretch>
            <a:fillRect/>
          </a:stretch>
        </p:blipFill>
        <p:spPr>
          <a:xfrm>
            <a:off x="8214475" y="109425"/>
            <a:ext cx="810826" cy="659315"/>
          </a:xfrm>
          <a:prstGeom prst="rect">
            <a:avLst/>
          </a:prstGeom>
          <a:noFill/>
          <a:ln>
            <a:noFill/>
          </a:ln>
        </p:spPr>
      </p:pic>
      <p:pic>
        <p:nvPicPr>
          <p:cNvPr id="645" name="Google Shape;645;p85"/>
          <p:cNvPicPr preferRelativeResize="0"/>
          <p:nvPr/>
        </p:nvPicPr>
        <p:blipFill>
          <a:blip r:embed="rId4">
            <a:alphaModFix/>
          </a:blip>
          <a:stretch>
            <a:fillRect/>
          </a:stretch>
        </p:blipFill>
        <p:spPr>
          <a:xfrm>
            <a:off x="7258600" y="0"/>
            <a:ext cx="911475" cy="911475"/>
          </a:xfrm>
          <a:prstGeom prst="rect">
            <a:avLst/>
          </a:prstGeom>
          <a:noFill/>
          <a:ln>
            <a:noFill/>
          </a:ln>
        </p:spPr>
      </p:pic>
      <p:pic>
        <p:nvPicPr>
          <p:cNvPr id="646" name="Google Shape;646;p85" title="Screenshot 2026-05-15 at 10.15.45.png"/>
          <p:cNvPicPr preferRelativeResize="0"/>
          <p:nvPr/>
        </p:nvPicPr>
        <p:blipFill>
          <a:blip r:embed="rId5">
            <a:alphaModFix/>
          </a:blip>
          <a:stretch>
            <a:fillRect/>
          </a:stretch>
        </p:blipFill>
        <p:spPr>
          <a:xfrm>
            <a:off x="6169972" y="264874"/>
            <a:ext cx="967000" cy="348425"/>
          </a:xfrm>
          <a:prstGeom prst="rect">
            <a:avLst/>
          </a:prstGeom>
          <a:noFill/>
          <a:ln>
            <a:noFill/>
          </a:ln>
        </p:spPr>
      </p:pic>
      <p:pic>
        <p:nvPicPr>
          <p:cNvPr id="647" name="Google Shape;647;p85"/>
          <p:cNvPicPr preferRelativeResize="0"/>
          <p:nvPr/>
        </p:nvPicPr>
        <p:blipFill>
          <a:blip r:embed="rId6">
            <a:alphaModFix/>
          </a:blip>
          <a:stretch>
            <a:fillRect/>
          </a:stretch>
        </p:blipFill>
        <p:spPr>
          <a:xfrm>
            <a:off x="985642" y="2862926"/>
            <a:ext cx="7355504" cy="2041550"/>
          </a:xfrm>
          <a:prstGeom prst="rect">
            <a:avLst/>
          </a:prstGeom>
          <a:noFill/>
          <a:ln>
            <a:noFill/>
          </a:ln>
        </p:spPr>
      </p:pic>
      <p:sp>
        <p:nvSpPr>
          <p:cNvPr id="648" name="Google Shape;648;p85"/>
          <p:cNvSpPr txBox="1"/>
          <p:nvPr/>
        </p:nvSpPr>
        <p:spPr>
          <a:xfrm>
            <a:off x="1253525" y="837925"/>
            <a:ext cx="61518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 Patient drops out at     →  	Accuracy: 65%           </a:t>
            </a:r>
            <a:endParaRPr/>
          </a:p>
          <a:p>
            <a:pPr indent="0" lvl="0" marL="0" rtl="0" algn="l">
              <a:spcBef>
                <a:spcPts val="0"/>
              </a:spcBef>
              <a:spcAft>
                <a:spcPts val="0"/>
              </a:spcAft>
              <a:buNone/>
            </a:pPr>
            <a:r>
              <a:rPr lang="en"/>
              <a:t>│      day 60 (early only)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 Sporadic logging        	→  	Baseline -10-15% </a:t>
            </a:r>
            <a:r>
              <a:rPr lang="en"/>
              <a:t>Steeper degradation</a:t>
            </a:r>
            <a:r>
              <a:rPr lang="en"/>
              <a:t>        </a:t>
            </a:r>
            <a:endParaRPr/>
          </a:p>
          <a:p>
            <a:pPr indent="0" lvl="0" marL="0" rtl="0" algn="l">
              <a:spcBef>
                <a:spcPts val="0"/>
              </a:spcBef>
              <a:spcAft>
                <a:spcPts val="0"/>
              </a:spcAft>
              <a:buNone/>
            </a:pPr>
            <a:r>
              <a:rPr lang="en"/>
              <a:t>│        (broken anchors)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 Consumer wearable    →  	Baseline 95% → 85%      </a:t>
            </a:r>
            <a:endParaRPr/>
          </a:p>
          <a:p>
            <a:pPr indent="0" lvl="0" marL="0" rtl="0" algn="l">
              <a:spcBef>
                <a:spcPts val="0"/>
              </a:spcBef>
              <a:spcAft>
                <a:spcPts val="0"/>
              </a:spcAft>
              <a:buNone/>
            </a:pPr>
            <a:r>
              <a:rPr lang="en"/>
              <a:t>│         (noisy data)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86"/>
          <p:cNvSpPr txBox="1"/>
          <p:nvPr>
            <p:ph type="title"/>
          </p:nvPr>
        </p:nvSpPr>
        <p:spPr>
          <a:xfrm>
            <a:off x="316800" y="326839"/>
            <a:ext cx="3201300" cy="21891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b="1" lang="en" sz="1800">
                <a:solidFill>
                  <a:srgbClr val="0A0A0A"/>
                </a:solidFill>
                <a:highlight>
                  <a:srgbClr val="FDFDFC"/>
                </a:highlight>
                <a:latin typeface="Arial"/>
                <a:ea typeface="Arial"/>
                <a:cs typeface="Arial"/>
                <a:sym typeface="Arial"/>
              </a:rPr>
              <a:t>Missing Data Sensitivity</a:t>
            </a:r>
            <a:endParaRPr b="1" sz="1800">
              <a:latin typeface="Arial"/>
              <a:ea typeface="Arial"/>
              <a:cs typeface="Arial"/>
              <a:sym typeface="Arial"/>
            </a:endParaRPr>
          </a:p>
        </p:txBody>
      </p:sp>
      <p:sp>
        <p:nvSpPr>
          <p:cNvPr id="654" name="Google Shape;654;p86"/>
          <p:cNvSpPr txBox="1"/>
          <p:nvPr/>
        </p:nvSpPr>
        <p:spPr>
          <a:xfrm>
            <a:off x="316800" y="1795500"/>
            <a:ext cx="3665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A0A0A"/>
                </a:solidFill>
                <a:highlight>
                  <a:srgbClr val="FDFDFC"/>
                </a:highlight>
                <a:latin typeface="Roboto"/>
                <a:ea typeface="Roboto"/>
                <a:cs typeface="Roboto"/>
                <a:sym typeface="Roboto"/>
              </a:rPr>
              <a:t>Robust Up to 75% Missingness — MAR is the Critical Mechanism</a:t>
            </a:r>
            <a:r>
              <a:rPr lang="en" sz="1100"/>
              <a:t> </a:t>
            </a:r>
            <a:endParaRPr/>
          </a:p>
        </p:txBody>
      </p:sp>
      <p:sp>
        <p:nvSpPr>
          <p:cNvPr id="655" name="Google Shape;655;p86"/>
          <p:cNvSpPr txBox="1"/>
          <p:nvPr/>
        </p:nvSpPr>
        <p:spPr>
          <a:xfrm>
            <a:off x="314325" y="2794175"/>
            <a:ext cx="44868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Key observations:</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MCAR &amp; MNAR remain &gt;87% even at 99% missing</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MAR collapses at 90%+ (drops to ~75%)</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Clean degradation curve at 75–90% MAR boundary</a:t>
            </a:r>
            <a:endParaRPr sz="1200">
              <a:solidFill>
                <a:srgbClr val="0A0A0A"/>
              </a:solidFill>
              <a:highlight>
                <a:srgbClr val="FDFDFC"/>
              </a:highlight>
              <a:latin typeface="Roboto"/>
              <a:ea typeface="Roboto"/>
              <a:cs typeface="Roboto"/>
              <a:sym typeface="Roboto"/>
            </a:endParaRPr>
          </a:p>
        </p:txBody>
      </p:sp>
      <p:pic>
        <p:nvPicPr>
          <p:cNvPr id="656" name="Google Shape;656;p86"/>
          <p:cNvPicPr preferRelativeResize="0"/>
          <p:nvPr/>
        </p:nvPicPr>
        <p:blipFill>
          <a:blip r:embed="rId3">
            <a:alphaModFix/>
          </a:blip>
          <a:stretch>
            <a:fillRect/>
          </a:stretch>
        </p:blipFill>
        <p:spPr>
          <a:xfrm>
            <a:off x="4739800" y="1327063"/>
            <a:ext cx="4042070" cy="2489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pic>
        <p:nvPicPr>
          <p:cNvPr id="661" name="Google Shape;661;p87" title="Screenshot 2026-05-14 at 12.12.42.png"/>
          <p:cNvPicPr preferRelativeResize="0"/>
          <p:nvPr/>
        </p:nvPicPr>
        <p:blipFill>
          <a:blip r:embed="rId3">
            <a:alphaModFix/>
          </a:blip>
          <a:stretch>
            <a:fillRect/>
          </a:stretch>
        </p:blipFill>
        <p:spPr>
          <a:xfrm>
            <a:off x="8214475" y="109425"/>
            <a:ext cx="810826" cy="659315"/>
          </a:xfrm>
          <a:prstGeom prst="rect">
            <a:avLst/>
          </a:prstGeom>
          <a:noFill/>
          <a:ln>
            <a:noFill/>
          </a:ln>
        </p:spPr>
      </p:pic>
      <p:pic>
        <p:nvPicPr>
          <p:cNvPr id="662" name="Google Shape;662;p87"/>
          <p:cNvPicPr preferRelativeResize="0"/>
          <p:nvPr/>
        </p:nvPicPr>
        <p:blipFill>
          <a:blip r:embed="rId4">
            <a:alphaModFix/>
          </a:blip>
          <a:stretch>
            <a:fillRect/>
          </a:stretch>
        </p:blipFill>
        <p:spPr>
          <a:xfrm>
            <a:off x="7258600" y="0"/>
            <a:ext cx="911475" cy="911475"/>
          </a:xfrm>
          <a:prstGeom prst="rect">
            <a:avLst/>
          </a:prstGeom>
          <a:noFill/>
          <a:ln>
            <a:noFill/>
          </a:ln>
        </p:spPr>
      </p:pic>
      <p:pic>
        <p:nvPicPr>
          <p:cNvPr id="663" name="Google Shape;663;p87" title="Screenshot 2026-05-15 at 10.15.45.png"/>
          <p:cNvPicPr preferRelativeResize="0"/>
          <p:nvPr/>
        </p:nvPicPr>
        <p:blipFill>
          <a:blip r:embed="rId5">
            <a:alphaModFix/>
          </a:blip>
          <a:stretch>
            <a:fillRect/>
          </a:stretch>
        </p:blipFill>
        <p:spPr>
          <a:xfrm>
            <a:off x="6169972" y="264874"/>
            <a:ext cx="967000" cy="348425"/>
          </a:xfrm>
          <a:prstGeom prst="rect">
            <a:avLst/>
          </a:prstGeom>
          <a:noFill/>
          <a:ln>
            <a:noFill/>
          </a:ln>
        </p:spPr>
      </p:pic>
      <p:sp>
        <p:nvSpPr>
          <p:cNvPr id="664" name="Google Shape;664;p87"/>
          <p:cNvSpPr txBox="1"/>
          <p:nvPr/>
        </p:nvSpPr>
        <p:spPr>
          <a:xfrm>
            <a:off x="2252250" y="3085875"/>
            <a:ext cx="4639500" cy="146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100">
                <a:solidFill>
                  <a:schemeClr val="dk2"/>
                </a:solidFill>
              </a:rPr>
              <a:t>Thank you!</a:t>
            </a:r>
            <a:endParaRPr b="1" sz="3100">
              <a:solidFill>
                <a:schemeClr val="dk2"/>
              </a:solidFill>
            </a:endParaRPr>
          </a:p>
          <a:p>
            <a:pPr indent="0" lvl="0" marL="0" rtl="0" algn="ctr">
              <a:spcBef>
                <a:spcPts val="0"/>
              </a:spcBef>
              <a:spcAft>
                <a:spcPts val="0"/>
              </a:spcAft>
              <a:buNone/>
            </a:pPr>
            <a:r>
              <a:t/>
            </a:r>
            <a:endParaRPr b="1" sz="3100">
              <a:solidFill>
                <a:schemeClr val="dk2"/>
              </a:solidFill>
            </a:endParaRPr>
          </a:p>
          <a:p>
            <a:pPr indent="0" lvl="0" marL="0" rtl="0" algn="ctr">
              <a:spcBef>
                <a:spcPts val="0"/>
              </a:spcBef>
              <a:spcAft>
                <a:spcPts val="0"/>
              </a:spcAft>
              <a:buNone/>
            </a:pPr>
            <a:r>
              <a:rPr b="1" lang="en" sz="3100">
                <a:solidFill>
                  <a:schemeClr val="dk2"/>
                </a:solidFill>
              </a:rPr>
              <a:t>Questions?</a:t>
            </a:r>
            <a:endParaRPr b="1" sz="3100">
              <a:solidFill>
                <a:schemeClr val="dk2"/>
              </a:solidFill>
            </a:endParaRPr>
          </a:p>
        </p:txBody>
      </p:sp>
      <p:pic>
        <p:nvPicPr>
          <p:cNvPr id="665" name="Google Shape;665;p87"/>
          <p:cNvPicPr preferRelativeResize="0"/>
          <p:nvPr/>
        </p:nvPicPr>
        <p:blipFill>
          <a:blip r:embed="rId6">
            <a:alphaModFix/>
          </a:blip>
          <a:stretch>
            <a:fillRect/>
          </a:stretch>
        </p:blipFill>
        <p:spPr>
          <a:xfrm>
            <a:off x="1423975" y="1339038"/>
            <a:ext cx="6296025" cy="24654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88"/>
          <p:cNvSpPr txBox="1"/>
          <p:nvPr>
            <p:ph type="title"/>
          </p:nvPr>
        </p:nvSpPr>
        <p:spPr>
          <a:xfrm>
            <a:off x="316800" y="326839"/>
            <a:ext cx="3201300" cy="21891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lang="en" sz="1300">
                <a:solidFill>
                  <a:srgbClr val="0A0A0A"/>
                </a:solidFill>
                <a:highlight>
                  <a:srgbClr val="FDFDFC"/>
                </a:highlight>
                <a:latin typeface="Roboto"/>
                <a:ea typeface="Roboto"/>
                <a:cs typeface="Roboto"/>
                <a:sym typeface="Roboto"/>
              </a:rPr>
              <a:t>Why MAR Causes Collapse</a:t>
            </a:r>
            <a:endParaRPr/>
          </a:p>
        </p:txBody>
      </p:sp>
      <p:sp>
        <p:nvSpPr>
          <p:cNvPr id="671" name="Google Shape;671;p88"/>
          <p:cNvSpPr txBox="1"/>
          <p:nvPr>
            <p:ph idx="1" type="body"/>
          </p:nvPr>
        </p:nvSpPr>
        <p:spPr>
          <a:xfrm>
            <a:off x="4043589" y="557329"/>
            <a:ext cx="4707900" cy="39846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
        <p:nvSpPr>
          <p:cNvPr id="672" name="Google Shape;672;p88"/>
          <p:cNvSpPr txBox="1"/>
          <p:nvPr/>
        </p:nvSpPr>
        <p:spPr>
          <a:xfrm>
            <a:off x="0" y="789000"/>
            <a:ext cx="3936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A0A0A"/>
                </a:solidFill>
                <a:highlight>
                  <a:srgbClr val="FDFDFC"/>
                </a:highlight>
                <a:latin typeface="Roboto"/>
                <a:ea typeface="Roboto"/>
                <a:cs typeface="Roboto"/>
                <a:sym typeface="Roboto"/>
              </a:rPr>
              <a:t>MAR Removes the Most Diagnostic Information</a:t>
            </a:r>
            <a:r>
              <a:rPr lang="en" sz="1100"/>
              <a:t> </a:t>
            </a:r>
            <a:endParaRPr/>
          </a:p>
        </p:txBody>
      </p:sp>
      <p:sp>
        <p:nvSpPr>
          <p:cNvPr id="673" name="Google Shape;673;p88"/>
          <p:cNvSpPr txBox="1"/>
          <p:nvPr/>
        </p:nvSpPr>
        <p:spPr>
          <a:xfrm>
            <a:off x="314325" y="1552100"/>
            <a:ext cx="8130600" cy="228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MAR mechanism:</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Concentrates missing days in early recovery (post-op compliance is realistically poor)</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Models post-op patients forgetting/avoiding device in first weeks</a:t>
            </a:r>
            <a:endParaRPr sz="1200">
              <a:solidFill>
                <a:srgbClr val="0A0A0A"/>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Why this hurts:</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150">
                <a:solidFill>
                  <a:srgbClr val="0A0A0A"/>
                </a:solidFill>
                <a:highlight>
                  <a:srgbClr val="FDFDFC"/>
                </a:highlight>
                <a:latin typeface="Courier New"/>
                <a:ea typeface="Courier New"/>
                <a:cs typeface="Courier New"/>
                <a:sym typeface="Courier New"/>
              </a:rPr>
              <a:t>early_speed_log</a:t>
            </a:r>
            <a:r>
              <a:rPr lang="en" sz="1200">
                <a:solidFill>
                  <a:srgbClr val="0A0A0A"/>
                </a:solidFill>
                <a:highlight>
                  <a:srgbClr val="FDFDFC"/>
                </a:highlight>
                <a:latin typeface="Roboto"/>
                <a:ea typeface="Roboto"/>
                <a:cs typeface="Roboto"/>
                <a:sym typeface="Roboto"/>
              </a:rPr>
              <a:t> (most diagnostic feature) needs day 1–60 data</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90% MAR removes 90% of those days → feature degenerates to noise</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Fast vs moderate distinction collapses</a:t>
            </a:r>
            <a:endParaRPr sz="1200">
              <a:solidFill>
                <a:srgbClr val="0A0A0A"/>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Why MCAR/MNAR don't hurt:</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MCAR keeps contiguous data via </a:t>
            </a:r>
            <a:r>
              <a:rPr lang="en" sz="1150">
                <a:solidFill>
                  <a:srgbClr val="0A0A0A"/>
                </a:solidFill>
                <a:highlight>
                  <a:srgbClr val="FDFDFC"/>
                </a:highlight>
                <a:latin typeface="Courier New"/>
                <a:ea typeface="Courier New"/>
                <a:cs typeface="Courier New"/>
                <a:sym typeface="Courier New"/>
              </a:rPr>
              <a:t>gap_length=50</a:t>
            </a:r>
            <a:endParaRPr sz="1150">
              <a:solidFill>
                <a:srgbClr val="0A0A0A"/>
              </a:solidFill>
              <a:highlight>
                <a:srgbClr val="FDFDFC"/>
              </a:highlight>
              <a:latin typeface="Courier New"/>
              <a:ea typeface="Courier New"/>
              <a:cs typeface="Courier New"/>
              <a:sym typeface="Courier New"/>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MNAR keeps high-activity days → </a:t>
            </a:r>
            <a:r>
              <a:rPr lang="en" sz="1150">
                <a:solidFill>
                  <a:srgbClr val="0A0A0A"/>
                </a:solidFill>
                <a:highlight>
                  <a:srgbClr val="FDFDFC"/>
                </a:highlight>
                <a:latin typeface="Courier New"/>
                <a:ea typeface="Courier New"/>
                <a:cs typeface="Courier New"/>
                <a:sym typeface="Courier New"/>
              </a:rPr>
              <a:t>max_steps</a:t>
            </a:r>
            <a:r>
              <a:rPr lang="en" sz="1200">
                <a:solidFill>
                  <a:srgbClr val="0A0A0A"/>
                </a:solidFill>
                <a:highlight>
                  <a:srgbClr val="FDFDFC"/>
                </a:highlight>
                <a:latin typeface="Roboto"/>
                <a:ea typeface="Roboto"/>
                <a:cs typeface="Roboto"/>
                <a:sym typeface="Roboto"/>
              </a:rPr>
              <a:t> preserved</a:t>
            </a:r>
            <a:endParaRPr sz="1200">
              <a:solidFill>
                <a:srgbClr val="0A0A0A"/>
              </a:solidFill>
              <a:highlight>
                <a:srgbClr val="FDFDFC"/>
              </a:highlight>
              <a:latin typeface="Roboto"/>
              <a:ea typeface="Roboto"/>
              <a:cs typeface="Roboto"/>
              <a:sym typeface="Roboto"/>
            </a:endParaRPr>
          </a:p>
        </p:txBody>
      </p:sp>
      <p:pic>
        <p:nvPicPr>
          <p:cNvPr id="674" name="Google Shape;674;p88" title="Screenshot 2026-05-14 at 12.12.42.png"/>
          <p:cNvPicPr preferRelativeResize="0"/>
          <p:nvPr/>
        </p:nvPicPr>
        <p:blipFill>
          <a:blip r:embed="rId3">
            <a:alphaModFix/>
          </a:blip>
          <a:stretch>
            <a:fillRect/>
          </a:stretch>
        </p:blipFill>
        <p:spPr>
          <a:xfrm>
            <a:off x="8214475" y="109425"/>
            <a:ext cx="810826" cy="659315"/>
          </a:xfrm>
          <a:prstGeom prst="rect">
            <a:avLst/>
          </a:prstGeom>
          <a:noFill/>
          <a:ln>
            <a:noFill/>
          </a:ln>
        </p:spPr>
      </p:pic>
      <p:pic>
        <p:nvPicPr>
          <p:cNvPr id="675" name="Google Shape;675;p88"/>
          <p:cNvPicPr preferRelativeResize="0"/>
          <p:nvPr/>
        </p:nvPicPr>
        <p:blipFill>
          <a:blip r:embed="rId4">
            <a:alphaModFix/>
          </a:blip>
          <a:stretch>
            <a:fillRect/>
          </a:stretch>
        </p:blipFill>
        <p:spPr>
          <a:xfrm>
            <a:off x="7258600" y="0"/>
            <a:ext cx="911475" cy="911475"/>
          </a:xfrm>
          <a:prstGeom prst="rect">
            <a:avLst/>
          </a:prstGeom>
          <a:noFill/>
          <a:ln>
            <a:noFill/>
          </a:ln>
        </p:spPr>
      </p:pic>
      <p:pic>
        <p:nvPicPr>
          <p:cNvPr id="676" name="Google Shape;676;p88" title="Screenshot 2026-05-15 at 10.15.45.png"/>
          <p:cNvPicPr preferRelativeResize="0"/>
          <p:nvPr/>
        </p:nvPicPr>
        <p:blipFill>
          <a:blip r:embed="rId5">
            <a:alphaModFix/>
          </a:blip>
          <a:stretch>
            <a:fillRect/>
          </a:stretch>
        </p:blipFill>
        <p:spPr>
          <a:xfrm>
            <a:off x="6169972" y="264874"/>
            <a:ext cx="967000" cy="3484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89"/>
          <p:cNvSpPr txBox="1"/>
          <p:nvPr>
            <p:ph type="title"/>
          </p:nvPr>
        </p:nvSpPr>
        <p:spPr>
          <a:xfrm>
            <a:off x="316800" y="326839"/>
            <a:ext cx="3201300" cy="21891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lang="en" sz="1300">
                <a:solidFill>
                  <a:srgbClr val="0A0A0A"/>
                </a:solidFill>
                <a:highlight>
                  <a:srgbClr val="FDFDFC"/>
                </a:highlight>
                <a:latin typeface="Roboto"/>
                <a:ea typeface="Roboto"/>
                <a:cs typeface="Roboto"/>
                <a:sym typeface="Roboto"/>
              </a:rPr>
              <a:t> Blooper 1 — Distribution Shift Hidden in Baseline</a:t>
            </a:r>
            <a:endParaRPr sz="1300">
              <a:solidFill>
                <a:srgbClr val="0A0A0A"/>
              </a:solidFill>
              <a:highlight>
                <a:srgbClr val="FDFDFC"/>
              </a:highlight>
              <a:latin typeface="Roboto"/>
              <a:ea typeface="Roboto"/>
              <a:cs typeface="Roboto"/>
              <a:sym typeface="Roboto"/>
            </a:endParaRPr>
          </a:p>
          <a:p>
            <a:pPr indent="0" lvl="0" marL="0" rtl="0" algn="l">
              <a:spcBef>
                <a:spcPts val="0"/>
              </a:spcBef>
              <a:spcAft>
                <a:spcPts val="0"/>
              </a:spcAft>
              <a:buNone/>
            </a:pPr>
            <a:r>
              <a:t/>
            </a:r>
            <a:endParaRPr/>
          </a:p>
        </p:txBody>
      </p:sp>
      <p:sp>
        <p:nvSpPr>
          <p:cNvPr id="682" name="Google Shape;682;p89"/>
          <p:cNvSpPr txBox="1"/>
          <p:nvPr>
            <p:ph idx="1" type="body"/>
          </p:nvPr>
        </p:nvSpPr>
        <p:spPr>
          <a:xfrm>
            <a:off x="4043589" y="557329"/>
            <a:ext cx="4707900" cy="39846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
        <p:nvSpPr>
          <p:cNvPr id="683" name="Google Shape;683;p89"/>
          <p:cNvSpPr txBox="1"/>
          <p:nvPr/>
        </p:nvSpPr>
        <p:spPr>
          <a:xfrm>
            <a:off x="0" y="9472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A0A0A"/>
                </a:solidFill>
                <a:highlight>
                  <a:srgbClr val="FDFDFC"/>
                </a:highlight>
                <a:latin typeface="Roboto"/>
                <a:ea typeface="Roboto"/>
                <a:cs typeface="Roboto"/>
                <a:sym typeface="Roboto"/>
              </a:rPr>
              <a:t>Baseline Accuracy Can Be Misleading</a:t>
            </a:r>
            <a:r>
              <a:rPr lang="en" sz="1100"/>
              <a:t> </a:t>
            </a:r>
            <a:endParaRPr/>
          </a:p>
        </p:txBody>
      </p:sp>
      <p:sp>
        <p:nvSpPr>
          <p:cNvPr id="684" name="Google Shape;684;p89"/>
          <p:cNvSpPr txBox="1"/>
          <p:nvPr/>
        </p:nvSpPr>
        <p:spPr>
          <a:xfrm>
            <a:off x="0" y="1453825"/>
            <a:ext cx="3000000" cy="143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The problem:</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8-feature model: training accuracy ~93% (looked fine!)</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But under missing data, degradation was much steeper than Phase A</a:t>
            </a:r>
            <a:endParaRPr sz="1200">
              <a:solidFill>
                <a:srgbClr val="0A0A0A"/>
              </a:solidFill>
              <a:highlight>
                <a:srgbClr val="FDFDFC"/>
              </a:highlight>
              <a:latin typeface="Roboto"/>
              <a:ea typeface="Roboto"/>
              <a:cs typeface="Roboto"/>
              <a:sym typeface="Roboto"/>
            </a:endParaRPr>
          </a:p>
        </p:txBody>
      </p:sp>
      <p:graphicFrame>
        <p:nvGraphicFramePr>
          <p:cNvPr id="685" name="Google Shape;685;p89"/>
          <p:cNvGraphicFramePr/>
          <p:nvPr/>
        </p:nvGraphicFramePr>
        <p:xfrm>
          <a:off x="4114800" y="3372275"/>
          <a:ext cx="3000000" cy="3000000"/>
        </p:xfrm>
        <a:graphic>
          <a:graphicData uri="http://schemas.openxmlformats.org/drawingml/2006/table">
            <a:tbl>
              <a:tblPr>
                <a:noFill/>
                <a:tableStyleId>{C46BB4AA-CFEC-486B-9C4C-739FDA7BA778}</a:tableStyleId>
              </a:tblPr>
              <a:tblGrid>
                <a:gridCol w="1298100"/>
                <a:gridCol w="2138450"/>
                <a:gridCol w="1175125"/>
              </a:tblGrid>
              <a:tr h="252100">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Check</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Found</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Action</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r h="266950">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Post-scaling std</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50">
                          <a:solidFill>
                            <a:srgbClr val="0A0A0A"/>
                          </a:solidFill>
                          <a:highlight>
                            <a:srgbClr val="FDFDFC"/>
                          </a:highlight>
                          <a:latin typeface="Courier New"/>
                          <a:ea typeface="Courier New"/>
                          <a:cs typeface="Courier New"/>
                          <a:sym typeface="Courier New"/>
                        </a:rPr>
                        <a:t>data_completeness</a:t>
                      </a:r>
                      <a:r>
                        <a:rPr lang="en" sz="1200">
                          <a:solidFill>
                            <a:srgbClr val="0A0A0A"/>
                          </a:solidFill>
                          <a:highlight>
                            <a:srgbClr val="FDFDFC"/>
                          </a:highlight>
                          <a:latin typeface="Roboto"/>
                          <a:ea typeface="Roboto"/>
                          <a:cs typeface="Roboto"/>
                          <a:sym typeface="Roboto"/>
                        </a:rPr>
                        <a:t> std=0</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 Drop it</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r h="266950">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Group monotonicity</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50">
                          <a:solidFill>
                            <a:srgbClr val="0A0A0A"/>
                          </a:solidFill>
                          <a:highlight>
                            <a:srgbClr val="FDFDFC"/>
                          </a:highlight>
                          <a:latin typeface="Courier New"/>
                          <a:ea typeface="Courier New"/>
                          <a:cs typeface="Courier New"/>
                          <a:sym typeface="Courier New"/>
                        </a:rPr>
                        <a:t>recovery_slope</a:t>
                      </a:r>
                      <a:r>
                        <a:rPr lang="en" sz="1200">
                          <a:solidFill>
                            <a:srgbClr val="0A0A0A"/>
                          </a:solidFill>
                          <a:highlight>
                            <a:srgbClr val="FDFDFC"/>
                          </a:highlight>
                          <a:latin typeface="Roboto"/>
                          <a:ea typeface="Roboto"/>
                          <a:cs typeface="Roboto"/>
                          <a:sym typeface="Roboto"/>
                        </a:rPr>
                        <a:t> non-monotonic</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 Drop it</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r h="266950">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Distribution skew</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50">
                          <a:solidFill>
                            <a:srgbClr val="0A0A0A"/>
                          </a:solidFill>
                          <a:highlight>
                            <a:srgbClr val="FDFDFC"/>
                          </a:highlight>
                          <a:latin typeface="Courier New"/>
                          <a:ea typeface="Courier New"/>
                          <a:cs typeface="Courier New"/>
                          <a:sym typeface="Courier New"/>
                        </a:rPr>
                        <a:t>early_speed</a:t>
                      </a:r>
                      <a:r>
                        <a:rPr lang="en" sz="1200">
                          <a:solidFill>
                            <a:srgbClr val="0A0A0A"/>
                          </a:solidFill>
                          <a:highlight>
                            <a:srgbClr val="FDFDFC"/>
                          </a:highlight>
                          <a:latin typeface="Roboto"/>
                          <a:ea typeface="Roboto"/>
                          <a:cs typeface="Roboto"/>
                          <a:sym typeface="Roboto"/>
                        </a:rPr>
                        <a:t> 55x range</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 Log-transform</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bl>
          </a:graphicData>
        </a:graphic>
      </p:graphicFrame>
      <p:sp>
        <p:nvSpPr>
          <p:cNvPr id="686" name="Google Shape;686;p89"/>
          <p:cNvSpPr txBox="1"/>
          <p:nvPr/>
        </p:nvSpPr>
        <p:spPr>
          <a:xfrm>
            <a:off x="238125" y="2143500"/>
            <a:ext cx="30000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Three diagnostic checks revealed three feature problems:</a:t>
            </a:r>
            <a:endParaRPr sz="1200">
              <a:solidFill>
                <a:srgbClr val="0A0A0A"/>
              </a:solidFill>
              <a:highlight>
                <a:srgbClr val="FDFDFC"/>
              </a:highlight>
              <a:latin typeface="Roboto"/>
              <a:ea typeface="Roboto"/>
              <a:cs typeface="Roboto"/>
              <a:sym typeface="Roboto"/>
            </a:endParaRPr>
          </a:p>
        </p:txBody>
      </p:sp>
      <p:pic>
        <p:nvPicPr>
          <p:cNvPr id="687" name="Google Shape;687;p89" title="Screenshot 2026-05-14 at 12.12.42.png"/>
          <p:cNvPicPr preferRelativeResize="0"/>
          <p:nvPr/>
        </p:nvPicPr>
        <p:blipFill>
          <a:blip r:embed="rId3">
            <a:alphaModFix/>
          </a:blip>
          <a:stretch>
            <a:fillRect/>
          </a:stretch>
        </p:blipFill>
        <p:spPr>
          <a:xfrm>
            <a:off x="8214475" y="109425"/>
            <a:ext cx="810826" cy="659315"/>
          </a:xfrm>
          <a:prstGeom prst="rect">
            <a:avLst/>
          </a:prstGeom>
          <a:noFill/>
          <a:ln>
            <a:noFill/>
          </a:ln>
        </p:spPr>
      </p:pic>
      <p:pic>
        <p:nvPicPr>
          <p:cNvPr id="688" name="Google Shape;688;p89"/>
          <p:cNvPicPr preferRelativeResize="0"/>
          <p:nvPr/>
        </p:nvPicPr>
        <p:blipFill>
          <a:blip r:embed="rId4">
            <a:alphaModFix/>
          </a:blip>
          <a:stretch>
            <a:fillRect/>
          </a:stretch>
        </p:blipFill>
        <p:spPr>
          <a:xfrm>
            <a:off x="7258600" y="0"/>
            <a:ext cx="911475" cy="911475"/>
          </a:xfrm>
          <a:prstGeom prst="rect">
            <a:avLst/>
          </a:prstGeom>
          <a:noFill/>
          <a:ln>
            <a:noFill/>
          </a:ln>
        </p:spPr>
      </p:pic>
      <p:pic>
        <p:nvPicPr>
          <p:cNvPr id="689" name="Google Shape;689;p89" title="Screenshot 2026-05-15 at 10.15.45.png"/>
          <p:cNvPicPr preferRelativeResize="0"/>
          <p:nvPr/>
        </p:nvPicPr>
        <p:blipFill>
          <a:blip r:embed="rId5">
            <a:alphaModFix/>
          </a:blip>
          <a:stretch>
            <a:fillRect/>
          </a:stretch>
        </p:blipFill>
        <p:spPr>
          <a:xfrm>
            <a:off x="6169972" y="264874"/>
            <a:ext cx="967000" cy="348425"/>
          </a:xfrm>
          <a:prstGeom prst="rect">
            <a:avLst/>
          </a:prstGeom>
          <a:noFill/>
          <a:ln>
            <a:noFill/>
          </a:ln>
        </p:spPr>
      </p:pic>
      <p:pic>
        <p:nvPicPr>
          <p:cNvPr id="690" name="Google Shape;690;p89"/>
          <p:cNvPicPr preferRelativeResize="0"/>
          <p:nvPr/>
        </p:nvPicPr>
        <p:blipFill>
          <a:blip r:embed="rId6">
            <a:alphaModFix/>
          </a:blip>
          <a:stretch>
            <a:fillRect/>
          </a:stretch>
        </p:blipFill>
        <p:spPr>
          <a:xfrm>
            <a:off x="4043600" y="617050"/>
            <a:ext cx="4224099" cy="256913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90"/>
          <p:cNvSpPr txBox="1"/>
          <p:nvPr>
            <p:ph type="title"/>
          </p:nvPr>
        </p:nvSpPr>
        <p:spPr>
          <a:xfrm>
            <a:off x="316800" y="326839"/>
            <a:ext cx="3201300" cy="21891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lang="en" sz="1300">
                <a:solidFill>
                  <a:srgbClr val="0A0A0A"/>
                </a:solidFill>
                <a:highlight>
                  <a:srgbClr val="FDFDFC"/>
                </a:highlight>
                <a:latin typeface="Roboto"/>
                <a:ea typeface="Roboto"/>
                <a:cs typeface="Roboto"/>
                <a:sym typeface="Roboto"/>
              </a:rPr>
              <a:t>Blooper 2 — Data Leakage Test</a:t>
            </a:r>
            <a:endParaRPr sz="1300">
              <a:solidFill>
                <a:srgbClr val="0A0A0A"/>
              </a:solidFill>
              <a:highlight>
                <a:srgbClr val="FDFDFC"/>
              </a:highlight>
              <a:latin typeface="Roboto"/>
              <a:ea typeface="Roboto"/>
              <a:cs typeface="Roboto"/>
              <a:sym typeface="Roboto"/>
            </a:endParaRPr>
          </a:p>
          <a:p>
            <a:pPr indent="0" lvl="0" marL="0" rtl="0" algn="l">
              <a:spcBef>
                <a:spcPts val="0"/>
              </a:spcBef>
              <a:spcAft>
                <a:spcPts val="0"/>
              </a:spcAft>
              <a:buNone/>
            </a:pPr>
            <a:r>
              <a:t/>
            </a:r>
            <a:endParaRPr/>
          </a:p>
        </p:txBody>
      </p:sp>
      <p:sp>
        <p:nvSpPr>
          <p:cNvPr id="696" name="Google Shape;696;p90"/>
          <p:cNvSpPr txBox="1"/>
          <p:nvPr/>
        </p:nvSpPr>
        <p:spPr>
          <a:xfrm>
            <a:off x="44075" y="936175"/>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A0A0A"/>
                </a:solidFill>
                <a:highlight>
                  <a:srgbClr val="FDFDFC"/>
                </a:highlight>
                <a:latin typeface="Roboto"/>
                <a:ea typeface="Roboto"/>
                <a:cs typeface="Roboto"/>
                <a:sym typeface="Roboto"/>
              </a:rPr>
              <a:t>Cross-Cohort Design Is Justified (Empirically)</a:t>
            </a:r>
            <a:r>
              <a:rPr lang="en" sz="1100"/>
              <a:t> </a:t>
            </a:r>
            <a:endParaRPr/>
          </a:p>
        </p:txBody>
      </p:sp>
      <p:sp>
        <p:nvSpPr>
          <p:cNvPr id="697" name="Google Shape;697;p90"/>
          <p:cNvSpPr txBox="1"/>
          <p:nvPr/>
        </p:nvSpPr>
        <p:spPr>
          <a:xfrm>
            <a:off x="143175" y="1806275"/>
            <a:ext cx="3000000" cy="313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Test: Train on Cohort B, test on Cohort B's missing data variants (data leakage scenario)</a:t>
            </a:r>
            <a:endParaRPr sz="1200">
              <a:solidFill>
                <a:srgbClr val="0A0A0A"/>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Result:</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Leakage advantage: +0.1% on average (range -0.7% to +1.3%)</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Statistically negligible</a:t>
            </a:r>
            <a:endParaRPr sz="1200">
              <a:solidFill>
                <a:srgbClr val="0A0A0A"/>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Interpretation:</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K-means with summary features does not memorise patients</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Missing data destroys patient-level fingerprints</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Confirms our cross-cohort design is methodologically defensible</a:t>
            </a:r>
            <a:endParaRPr sz="1200">
              <a:solidFill>
                <a:srgbClr val="0A0A0A"/>
              </a:solidFill>
              <a:highlight>
                <a:srgbClr val="FDFDFC"/>
              </a:highlight>
              <a:latin typeface="Roboto"/>
              <a:ea typeface="Roboto"/>
              <a:cs typeface="Roboto"/>
              <a:sym typeface="Roboto"/>
            </a:endParaRPr>
          </a:p>
        </p:txBody>
      </p:sp>
      <p:pic>
        <p:nvPicPr>
          <p:cNvPr id="698" name="Google Shape;698;p90" title="Screenshot 2026-05-14 at 12.12.42.png"/>
          <p:cNvPicPr preferRelativeResize="0"/>
          <p:nvPr/>
        </p:nvPicPr>
        <p:blipFill>
          <a:blip r:embed="rId3">
            <a:alphaModFix/>
          </a:blip>
          <a:stretch>
            <a:fillRect/>
          </a:stretch>
        </p:blipFill>
        <p:spPr>
          <a:xfrm>
            <a:off x="8214475" y="109425"/>
            <a:ext cx="810826" cy="659315"/>
          </a:xfrm>
          <a:prstGeom prst="rect">
            <a:avLst/>
          </a:prstGeom>
          <a:noFill/>
          <a:ln>
            <a:noFill/>
          </a:ln>
        </p:spPr>
      </p:pic>
      <p:pic>
        <p:nvPicPr>
          <p:cNvPr id="699" name="Google Shape;699;p90"/>
          <p:cNvPicPr preferRelativeResize="0"/>
          <p:nvPr/>
        </p:nvPicPr>
        <p:blipFill>
          <a:blip r:embed="rId4">
            <a:alphaModFix/>
          </a:blip>
          <a:stretch>
            <a:fillRect/>
          </a:stretch>
        </p:blipFill>
        <p:spPr>
          <a:xfrm>
            <a:off x="7258600" y="0"/>
            <a:ext cx="911475" cy="911475"/>
          </a:xfrm>
          <a:prstGeom prst="rect">
            <a:avLst/>
          </a:prstGeom>
          <a:noFill/>
          <a:ln>
            <a:noFill/>
          </a:ln>
        </p:spPr>
      </p:pic>
      <p:pic>
        <p:nvPicPr>
          <p:cNvPr id="700" name="Google Shape;700;p90" title="Screenshot 2026-05-15 at 10.15.45.png"/>
          <p:cNvPicPr preferRelativeResize="0"/>
          <p:nvPr/>
        </p:nvPicPr>
        <p:blipFill>
          <a:blip r:embed="rId5">
            <a:alphaModFix/>
          </a:blip>
          <a:stretch>
            <a:fillRect/>
          </a:stretch>
        </p:blipFill>
        <p:spPr>
          <a:xfrm>
            <a:off x="6169972" y="264874"/>
            <a:ext cx="967000" cy="348425"/>
          </a:xfrm>
          <a:prstGeom prst="rect">
            <a:avLst/>
          </a:prstGeom>
          <a:noFill/>
          <a:ln>
            <a:noFill/>
          </a:ln>
        </p:spPr>
      </p:pic>
      <p:pic>
        <p:nvPicPr>
          <p:cNvPr id="701" name="Google Shape;701;p90"/>
          <p:cNvPicPr preferRelativeResize="0"/>
          <p:nvPr/>
        </p:nvPicPr>
        <p:blipFill>
          <a:blip r:embed="rId6">
            <a:alphaModFix/>
          </a:blip>
          <a:stretch>
            <a:fillRect/>
          </a:stretch>
        </p:blipFill>
        <p:spPr>
          <a:xfrm>
            <a:off x="3720275" y="1187425"/>
            <a:ext cx="5031225" cy="3009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91"/>
          <p:cNvSpPr txBox="1"/>
          <p:nvPr>
            <p:ph type="title"/>
          </p:nvPr>
        </p:nvSpPr>
        <p:spPr>
          <a:xfrm>
            <a:off x="316800" y="326839"/>
            <a:ext cx="3201300" cy="21891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lang="en" sz="1300">
                <a:solidFill>
                  <a:srgbClr val="0A0A0A"/>
                </a:solidFill>
                <a:highlight>
                  <a:srgbClr val="FDFDFC"/>
                </a:highlight>
                <a:latin typeface="Roboto"/>
                <a:ea typeface="Roboto"/>
                <a:cs typeface="Roboto"/>
                <a:sym typeface="Roboto"/>
              </a:rPr>
              <a:t>Where to Be Cautious</a:t>
            </a:r>
            <a:endParaRPr sz="1300">
              <a:solidFill>
                <a:srgbClr val="0A0A0A"/>
              </a:solidFill>
              <a:highlight>
                <a:srgbClr val="FDFDFC"/>
              </a:highlight>
              <a:latin typeface="Roboto"/>
              <a:ea typeface="Roboto"/>
              <a:cs typeface="Roboto"/>
              <a:sym typeface="Roboto"/>
            </a:endParaRPr>
          </a:p>
          <a:p>
            <a:pPr indent="0" lvl="0" marL="0" rtl="0" algn="l">
              <a:spcBef>
                <a:spcPts val="0"/>
              </a:spcBef>
              <a:spcAft>
                <a:spcPts val="0"/>
              </a:spcAft>
              <a:buNone/>
            </a:pPr>
            <a:r>
              <a:t/>
            </a:r>
            <a:endParaRPr/>
          </a:p>
        </p:txBody>
      </p:sp>
      <p:sp>
        <p:nvSpPr>
          <p:cNvPr id="707" name="Google Shape;707;p91"/>
          <p:cNvSpPr txBox="1"/>
          <p:nvPr>
            <p:ph idx="1" type="body"/>
          </p:nvPr>
        </p:nvSpPr>
        <p:spPr>
          <a:xfrm>
            <a:off x="4043589" y="557329"/>
            <a:ext cx="4707900" cy="39846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
        <p:nvSpPr>
          <p:cNvPr id="708" name="Google Shape;708;p91"/>
          <p:cNvSpPr txBox="1"/>
          <p:nvPr/>
        </p:nvSpPr>
        <p:spPr>
          <a:xfrm>
            <a:off x="0" y="948800"/>
            <a:ext cx="3647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A0A0A"/>
                </a:solidFill>
                <a:highlight>
                  <a:srgbClr val="FDFDFC"/>
                </a:highlight>
                <a:latin typeface="Roboto"/>
                <a:ea typeface="Roboto"/>
                <a:cs typeface="Roboto"/>
                <a:sym typeface="Roboto"/>
              </a:rPr>
              <a:t>Practical Recommendations for Clinical Use</a:t>
            </a:r>
            <a:r>
              <a:rPr lang="en" sz="1100"/>
              <a:t> </a:t>
            </a:r>
            <a:endParaRPr/>
          </a:p>
        </p:txBody>
      </p:sp>
      <p:graphicFrame>
        <p:nvGraphicFramePr>
          <p:cNvPr id="709" name="Google Shape;709;p91"/>
          <p:cNvGraphicFramePr/>
          <p:nvPr/>
        </p:nvGraphicFramePr>
        <p:xfrm>
          <a:off x="0" y="1700450"/>
          <a:ext cx="3000000" cy="3000000"/>
        </p:xfrm>
        <a:graphic>
          <a:graphicData uri="http://schemas.openxmlformats.org/drawingml/2006/table">
            <a:tbl>
              <a:tblPr>
                <a:solidFill>
                  <a:srgbClr val="FDFDFC"/>
                </a:solidFill>
                <a:tableStyleId>{C46BB4AA-CFEC-486B-9C4C-739FDA7BA778}</a:tableStyleId>
              </a:tblPr>
              <a:tblGrid>
                <a:gridCol w="2466975"/>
                <a:gridCol w="1695450"/>
                <a:gridCol w="2276475"/>
              </a:tblGrid>
              <a:tr h="323850">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Scenario</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Reliability</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r h="323850">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0–50% missing (any mechanism)</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 Excellent (&gt;94%)</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Use confidently</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r h="323850">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75% missing</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 Good (88–95%)</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Use with reported uncertainty</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r h="323850">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90%+ MAR</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 Unreliable (~80%)</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Flag for manual review</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r h="323850">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99% MAR</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 Near-random</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Do not use</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r h="323850">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Noisy real-world data</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 80–88% baseline</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Budget realistic expectations</a:t>
                      </a:r>
                      <a:endParaRPr sz="1200">
                        <a:solidFill>
                          <a:srgbClr val="0A0A0A"/>
                        </a:solidFill>
                        <a:highlight>
                          <a:srgbClr val="FDFDFC"/>
                        </a:highlight>
                        <a:latin typeface="Roboto"/>
                        <a:ea typeface="Roboto"/>
                        <a:cs typeface="Roboto"/>
                        <a:sym typeface="Roboto"/>
                      </a:endParaRPr>
                    </a:p>
                  </a:txBody>
                  <a:tcPr marT="57150" marB="57150" marR="57150" marL="57150">
                    <a:lnL cap="flat" cmpd="sng">
                      <a:solidFill>
                        <a:srgbClr val="1F1F1E"/>
                      </a:solidFill>
                      <a:prstDash val="solid"/>
                      <a:round/>
                      <a:headEnd len="sm" w="sm" type="none"/>
                      <a:tailEnd len="sm" w="sm" type="none"/>
                    </a:lnL>
                    <a:lnR cap="flat" cmpd="sng">
                      <a:solidFill>
                        <a:srgbClr val="1F1F1E"/>
                      </a:solidFill>
                      <a:prstDash val="solid"/>
                      <a:round/>
                      <a:headEnd len="sm" w="sm" type="none"/>
                      <a:tailEnd len="sm" w="sm" type="none"/>
                    </a:lnR>
                    <a:lnT cap="flat" cmpd="sng">
                      <a:solidFill>
                        <a:srgbClr val="1F1F1E"/>
                      </a:solidFill>
                      <a:prstDash val="solid"/>
                      <a:round/>
                      <a:headEnd len="sm" w="sm" type="none"/>
                      <a:tailEnd len="sm" w="sm" type="none"/>
                    </a:lnT>
                    <a:lnB cap="flat" cmpd="sng">
                      <a:solidFill>
                        <a:srgbClr val="1F1F1E"/>
                      </a:solidFill>
                      <a:prstDash val="solid"/>
                      <a:round/>
                      <a:headEnd len="sm" w="sm" type="none"/>
                      <a:tailEnd len="sm" w="sm" type="none"/>
                    </a:lnB>
                  </a:tcPr>
                </a:tc>
              </a:tr>
            </a:tbl>
          </a:graphicData>
        </a:graphic>
      </p:graphicFrame>
      <p:sp>
        <p:nvSpPr>
          <p:cNvPr id="710" name="Google Shape;710;p91"/>
          <p:cNvSpPr txBox="1"/>
          <p:nvPr/>
        </p:nvSpPr>
        <p:spPr>
          <a:xfrm>
            <a:off x="0" y="3747825"/>
            <a:ext cx="30483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Clinical translation:</a:t>
            </a:r>
            <a:endParaRPr sz="1200">
              <a:solidFill>
                <a:srgbClr val="0A0A0A"/>
              </a:solidFill>
              <a:highlight>
                <a:srgbClr val="FDFDFC"/>
              </a:highlight>
              <a:latin typeface="Roboto"/>
              <a:ea typeface="Roboto"/>
              <a:cs typeface="Roboto"/>
              <a:sym typeface="Roboto"/>
            </a:endParaRPr>
          </a:p>
          <a:p>
            <a:pPr indent="0" lvl="0" marL="76200" rtl="0" algn="l">
              <a:lnSpc>
                <a:spcPct val="115000"/>
              </a:lnSpc>
              <a:spcBef>
                <a:spcPts val="0"/>
              </a:spcBef>
              <a:spcAft>
                <a:spcPts val="0"/>
              </a:spcAft>
              <a:buNone/>
            </a:pPr>
            <a:r>
              <a:rPr lang="en" sz="1200">
                <a:solidFill>
                  <a:srgbClr val="6E6C68"/>
                </a:solidFill>
                <a:highlight>
                  <a:srgbClr val="FDFDFC"/>
                </a:highlight>
                <a:latin typeface="Roboto"/>
                <a:ea typeface="Roboto"/>
                <a:cs typeface="Roboto"/>
                <a:sym typeface="Roboto"/>
              </a:rPr>
              <a:t>Early-day compliance (day 1–60) is more critical than total compliance.</a:t>
            </a:r>
            <a:endParaRPr sz="1200">
              <a:solidFill>
                <a:srgbClr val="6E6C68"/>
              </a:solidFill>
              <a:highlight>
                <a:srgbClr val="FDFDFC"/>
              </a:highlight>
              <a:latin typeface="Roboto"/>
              <a:ea typeface="Roboto"/>
              <a:cs typeface="Roboto"/>
              <a:sym typeface="Roboto"/>
            </a:endParaRPr>
          </a:p>
        </p:txBody>
      </p:sp>
      <p:pic>
        <p:nvPicPr>
          <p:cNvPr id="711" name="Google Shape;711;p91" title="Screenshot 2026-05-14 at 12.12.42.png"/>
          <p:cNvPicPr preferRelativeResize="0"/>
          <p:nvPr/>
        </p:nvPicPr>
        <p:blipFill>
          <a:blip r:embed="rId3">
            <a:alphaModFix/>
          </a:blip>
          <a:stretch>
            <a:fillRect/>
          </a:stretch>
        </p:blipFill>
        <p:spPr>
          <a:xfrm>
            <a:off x="8214475" y="109425"/>
            <a:ext cx="810826" cy="659315"/>
          </a:xfrm>
          <a:prstGeom prst="rect">
            <a:avLst/>
          </a:prstGeom>
          <a:noFill/>
          <a:ln>
            <a:noFill/>
          </a:ln>
        </p:spPr>
      </p:pic>
      <p:pic>
        <p:nvPicPr>
          <p:cNvPr id="712" name="Google Shape;712;p91"/>
          <p:cNvPicPr preferRelativeResize="0"/>
          <p:nvPr/>
        </p:nvPicPr>
        <p:blipFill>
          <a:blip r:embed="rId4">
            <a:alphaModFix/>
          </a:blip>
          <a:stretch>
            <a:fillRect/>
          </a:stretch>
        </p:blipFill>
        <p:spPr>
          <a:xfrm>
            <a:off x="7258600" y="0"/>
            <a:ext cx="911475" cy="911475"/>
          </a:xfrm>
          <a:prstGeom prst="rect">
            <a:avLst/>
          </a:prstGeom>
          <a:noFill/>
          <a:ln>
            <a:noFill/>
          </a:ln>
        </p:spPr>
      </p:pic>
      <p:pic>
        <p:nvPicPr>
          <p:cNvPr id="713" name="Google Shape;713;p91" title="Screenshot 2026-05-15 at 10.15.45.png"/>
          <p:cNvPicPr preferRelativeResize="0"/>
          <p:nvPr/>
        </p:nvPicPr>
        <p:blipFill>
          <a:blip r:embed="rId5">
            <a:alphaModFix/>
          </a:blip>
          <a:stretch>
            <a:fillRect/>
          </a:stretch>
        </p:blipFill>
        <p:spPr>
          <a:xfrm>
            <a:off x="6169972" y="264874"/>
            <a:ext cx="967000" cy="3484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92"/>
          <p:cNvSpPr txBox="1"/>
          <p:nvPr>
            <p:ph type="title"/>
          </p:nvPr>
        </p:nvSpPr>
        <p:spPr>
          <a:xfrm>
            <a:off x="501625" y="326839"/>
            <a:ext cx="3201300" cy="21891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lang="en" sz="1300">
                <a:solidFill>
                  <a:srgbClr val="0A0A0A"/>
                </a:solidFill>
                <a:highlight>
                  <a:srgbClr val="FDFDFC"/>
                </a:highlight>
                <a:latin typeface="Roboto"/>
                <a:ea typeface="Roboto"/>
                <a:cs typeface="Roboto"/>
                <a:sym typeface="Roboto"/>
              </a:rPr>
              <a:t>PPIE Considerations (Patient-Centered)</a:t>
            </a:r>
            <a:endParaRPr/>
          </a:p>
        </p:txBody>
      </p:sp>
      <p:sp>
        <p:nvSpPr>
          <p:cNvPr id="719" name="Google Shape;719;p92"/>
          <p:cNvSpPr txBox="1"/>
          <p:nvPr>
            <p:ph idx="1" type="body"/>
          </p:nvPr>
        </p:nvSpPr>
        <p:spPr>
          <a:xfrm>
            <a:off x="4043589" y="557329"/>
            <a:ext cx="4707900" cy="39846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
        <p:nvSpPr>
          <p:cNvPr id="720" name="Google Shape;720;p92"/>
          <p:cNvSpPr txBox="1"/>
          <p:nvPr/>
        </p:nvSpPr>
        <p:spPr>
          <a:xfrm>
            <a:off x="39950" y="76902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A0A0A"/>
                </a:solidFill>
                <a:highlight>
                  <a:srgbClr val="FDFDFC"/>
                </a:highlight>
                <a:latin typeface="Roboto"/>
                <a:ea typeface="Roboto"/>
                <a:cs typeface="Roboto"/>
                <a:sym typeface="Roboto"/>
              </a:rPr>
              <a:t>Listening to the Patient Voice</a:t>
            </a:r>
            <a:r>
              <a:rPr lang="en" sz="1100"/>
              <a:t> </a:t>
            </a:r>
            <a:endParaRPr/>
          </a:p>
        </p:txBody>
      </p:sp>
      <p:sp>
        <p:nvSpPr>
          <p:cNvPr id="721" name="Google Shape;721;p92"/>
          <p:cNvSpPr txBox="1"/>
          <p:nvPr/>
        </p:nvSpPr>
        <p:spPr>
          <a:xfrm>
            <a:off x="228600" y="1685125"/>
            <a:ext cx="4572000" cy="270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Why might patients have missing data? (from PPIE input)</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Post-op recovery is hard — pain, fatigue, hospital admission</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Device burden — uncomfortable, forgetting to charge</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Trust/privacy — concerns about monitoring</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Life events — illness, travel, family emergencies</a:t>
            </a:r>
            <a:endParaRPr sz="1200">
              <a:solidFill>
                <a:srgbClr val="0A0A0A"/>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Our findings respect this reality:</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MAR (early-recovery dropout) is the realistic and most-damaging pattern</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Don't blame patients for missing early data</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Models should tolerate missing data, not punish patients with poorer care</a:t>
            </a:r>
            <a:endParaRPr sz="1200">
              <a:solidFill>
                <a:srgbClr val="0A0A0A"/>
              </a:solidFill>
              <a:highlight>
                <a:srgbClr val="FDFDFC"/>
              </a:highlight>
              <a:latin typeface="Roboto"/>
              <a:ea typeface="Roboto"/>
              <a:cs typeface="Roboto"/>
              <a:sym typeface="Roboto"/>
            </a:endParaRPr>
          </a:p>
        </p:txBody>
      </p:sp>
      <p:pic>
        <p:nvPicPr>
          <p:cNvPr id="722" name="Google Shape;722;p92" title="Screenshot 2026-05-14 at 12.12.42.png"/>
          <p:cNvPicPr preferRelativeResize="0"/>
          <p:nvPr/>
        </p:nvPicPr>
        <p:blipFill>
          <a:blip r:embed="rId3">
            <a:alphaModFix/>
          </a:blip>
          <a:stretch>
            <a:fillRect/>
          </a:stretch>
        </p:blipFill>
        <p:spPr>
          <a:xfrm>
            <a:off x="8214475" y="109425"/>
            <a:ext cx="810826" cy="659315"/>
          </a:xfrm>
          <a:prstGeom prst="rect">
            <a:avLst/>
          </a:prstGeom>
          <a:noFill/>
          <a:ln>
            <a:noFill/>
          </a:ln>
        </p:spPr>
      </p:pic>
      <p:pic>
        <p:nvPicPr>
          <p:cNvPr id="723" name="Google Shape;723;p92"/>
          <p:cNvPicPr preferRelativeResize="0"/>
          <p:nvPr/>
        </p:nvPicPr>
        <p:blipFill>
          <a:blip r:embed="rId4">
            <a:alphaModFix/>
          </a:blip>
          <a:stretch>
            <a:fillRect/>
          </a:stretch>
        </p:blipFill>
        <p:spPr>
          <a:xfrm>
            <a:off x="7258600" y="0"/>
            <a:ext cx="911475" cy="911475"/>
          </a:xfrm>
          <a:prstGeom prst="rect">
            <a:avLst/>
          </a:prstGeom>
          <a:noFill/>
          <a:ln>
            <a:noFill/>
          </a:ln>
        </p:spPr>
      </p:pic>
      <p:pic>
        <p:nvPicPr>
          <p:cNvPr id="724" name="Google Shape;724;p92" title="Screenshot 2026-05-15 at 10.15.45.png"/>
          <p:cNvPicPr preferRelativeResize="0"/>
          <p:nvPr/>
        </p:nvPicPr>
        <p:blipFill>
          <a:blip r:embed="rId5">
            <a:alphaModFix/>
          </a:blip>
          <a:stretch>
            <a:fillRect/>
          </a:stretch>
        </p:blipFill>
        <p:spPr>
          <a:xfrm>
            <a:off x="6169972" y="264874"/>
            <a:ext cx="967000" cy="3484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93"/>
          <p:cNvSpPr txBox="1"/>
          <p:nvPr>
            <p:ph type="title"/>
          </p:nvPr>
        </p:nvSpPr>
        <p:spPr>
          <a:xfrm>
            <a:off x="316800" y="326839"/>
            <a:ext cx="3201300" cy="21891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lang="en" sz="1300">
                <a:solidFill>
                  <a:srgbClr val="0A0A0A"/>
                </a:solidFill>
                <a:highlight>
                  <a:srgbClr val="FDFDFC"/>
                </a:highlight>
                <a:latin typeface="Roboto"/>
                <a:ea typeface="Roboto"/>
                <a:cs typeface="Roboto"/>
                <a:sym typeface="Roboto"/>
              </a:rPr>
              <a:t>Limitations &amp; Take-Home</a:t>
            </a:r>
            <a:endParaRPr/>
          </a:p>
        </p:txBody>
      </p:sp>
      <p:sp>
        <p:nvSpPr>
          <p:cNvPr id="730" name="Google Shape;730;p93"/>
          <p:cNvSpPr txBox="1"/>
          <p:nvPr>
            <p:ph idx="1" type="body"/>
          </p:nvPr>
        </p:nvSpPr>
        <p:spPr>
          <a:xfrm>
            <a:off x="4043589" y="557329"/>
            <a:ext cx="4707900" cy="39846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
        <p:nvSpPr>
          <p:cNvPr id="731" name="Google Shape;731;p93"/>
          <p:cNvSpPr txBox="1"/>
          <p:nvPr/>
        </p:nvSpPr>
        <p:spPr>
          <a:xfrm>
            <a:off x="0" y="76902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A0A0A"/>
                </a:solidFill>
                <a:highlight>
                  <a:srgbClr val="FDFDFC"/>
                </a:highlight>
                <a:latin typeface="Roboto"/>
                <a:ea typeface="Roboto"/>
                <a:cs typeface="Roboto"/>
                <a:sym typeface="Roboto"/>
              </a:rPr>
              <a:t>Limitations and Key Messages</a:t>
            </a:r>
            <a:r>
              <a:rPr lang="en" sz="1100"/>
              <a:t> </a:t>
            </a:r>
            <a:endParaRPr/>
          </a:p>
        </p:txBody>
      </p:sp>
      <p:sp>
        <p:nvSpPr>
          <p:cNvPr id="732" name="Google Shape;732;p93"/>
          <p:cNvSpPr txBox="1"/>
          <p:nvPr/>
        </p:nvSpPr>
        <p:spPr>
          <a:xfrm>
            <a:off x="0" y="1784250"/>
            <a:ext cx="7425600" cy="249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Limitations:</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Simulator data is cleaner than real clinical data</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Tested only K-means (other algorithms may differ)</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100% missingness not testable (theoretical floor: 33%)</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Char char="●"/>
            </a:pPr>
            <a:r>
              <a:rPr lang="en" sz="1200">
                <a:solidFill>
                  <a:srgbClr val="0A0A0A"/>
                </a:solidFill>
                <a:highlight>
                  <a:srgbClr val="FDFDFC"/>
                </a:highlight>
                <a:latin typeface="Roboto"/>
                <a:ea typeface="Roboto"/>
                <a:cs typeface="Roboto"/>
                <a:sym typeface="Roboto"/>
              </a:rPr>
              <a:t>Two cohorts from same generative process — true external validation needs different source</a:t>
            </a:r>
            <a:endParaRPr sz="1200">
              <a:solidFill>
                <a:srgbClr val="0A0A0A"/>
              </a:solidFill>
              <a:highlight>
                <a:srgbClr val="FDFDFC"/>
              </a:highlight>
              <a:latin typeface="Roboto"/>
              <a:ea typeface="Roboto"/>
              <a:cs typeface="Roboto"/>
              <a:sym typeface="Roboto"/>
            </a:endParaRPr>
          </a:p>
          <a:p>
            <a:pPr indent="0" lvl="0" marL="0" rtl="0" algn="l">
              <a:lnSpc>
                <a:spcPct val="115000"/>
              </a:lnSpc>
              <a:spcBef>
                <a:spcPts val="0"/>
              </a:spcBef>
              <a:spcAft>
                <a:spcPts val="0"/>
              </a:spcAft>
              <a:buNone/>
            </a:pPr>
            <a:r>
              <a:rPr lang="en" sz="1200">
                <a:solidFill>
                  <a:srgbClr val="0A0A0A"/>
                </a:solidFill>
                <a:highlight>
                  <a:srgbClr val="FDFDFC"/>
                </a:highlight>
                <a:latin typeface="Roboto"/>
                <a:ea typeface="Roboto"/>
                <a:cs typeface="Roboto"/>
                <a:sym typeface="Roboto"/>
              </a:rPr>
              <a:t>Take-home:</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AutoNum type="arabicPeriod"/>
            </a:pPr>
            <a:r>
              <a:rPr lang="en" sz="1200">
                <a:solidFill>
                  <a:srgbClr val="0A0A0A"/>
                </a:solidFill>
                <a:highlight>
                  <a:srgbClr val="FDFDFC"/>
                </a:highlight>
                <a:latin typeface="Roboto"/>
                <a:ea typeface="Roboto"/>
                <a:cs typeface="Roboto"/>
                <a:sym typeface="Roboto"/>
              </a:rPr>
              <a:t>K-means + 6 summary features achieves 95% on complete data</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AutoNum type="arabicPeriod"/>
            </a:pPr>
            <a:r>
              <a:rPr lang="en" sz="1200">
                <a:solidFill>
                  <a:srgbClr val="0A0A0A"/>
                </a:solidFill>
                <a:highlight>
                  <a:srgbClr val="FDFDFC"/>
                </a:highlight>
                <a:latin typeface="Roboto"/>
                <a:ea typeface="Roboto"/>
                <a:cs typeface="Roboto"/>
                <a:sym typeface="Roboto"/>
              </a:rPr>
              <a:t>Robust up to 99% missingness for MCAR/MNAR</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AutoNum type="arabicPeriod"/>
            </a:pPr>
            <a:r>
              <a:rPr lang="en" sz="1200">
                <a:solidFill>
                  <a:srgbClr val="0A0A0A"/>
                </a:solidFill>
                <a:highlight>
                  <a:srgbClr val="FDFDFC"/>
                </a:highlight>
                <a:latin typeface="Roboto"/>
                <a:ea typeface="Roboto"/>
                <a:cs typeface="Roboto"/>
                <a:sym typeface="Roboto"/>
              </a:rPr>
              <a:t>MAR is the critical mechanism — clinical alert at 90%+</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AutoNum type="arabicPeriod"/>
            </a:pPr>
            <a:r>
              <a:rPr lang="en" sz="1200">
                <a:solidFill>
                  <a:srgbClr val="0A0A0A"/>
                </a:solidFill>
                <a:highlight>
                  <a:srgbClr val="FDFDFC"/>
                </a:highlight>
                <a:latin typeface="Roboto"/>
                <a:ea typeface="Roboto"/>
                <a:cs typeface="Roboto"/>
                <a:sym typeface="Roboto"/>
              </a:rPr>
              <a:t>Diagnostic methodology generalisable to any clustering task</a:t>
            </a:r>
            <a:endParaRPr sz="1200">
              <a:solidFill>
                <a:srgbClr val="0A0A0A"/>
              </a:solidFill>
              <a:highlight>
                <a:srgbClr val="FDFDFC"/>
              </a:highlight>
              <a:latin typeface="Roboto"/>
              <a:ea typeface="Roboto"/>
              <a:cs typeface="Roboto"/>
              <a:sym typeface="Roboto"/>
            </a:endParaRPr>
          </a:p>
          <a:p>
            <a:pPr indent="-304800" lvl="0" marL="457200" rtl="0" algn="l">
              <a:lnSpc>
                <a:spcPct val="115000"/>
              </a:lnSpc>
              <a:spcBef>
                <a:spcPts val="0"/>
              </a:spcBef>
              <a:spcAft>
                <a:spcPts val="0"/>
              </a:spcAft>
              <a:buClr>
                <a:srgbClr val="0A0A0A"/>
              </a:buClr>
              <a:buSzPts val="1200"/>
              <a:buFont typeface="Roboto"/>
              <a:buAutoNum type="arabicPeriod"/>
            </a:pPr>
            <a:r>
              <a:rPr lang="en" sz="1200">
                <a:solidFill>
                  <a:srgbClr val="0A0A0A"/>
                </a:solidFill>
                <a:highlight>
                  <a:srgbClr val="FDFDFC"/>
                </a:highlight>
                <a:latin typeface="Roboto"/>
                <a:ea typeface="Roboto"/>
                <a:cs typeface="Roboto"/>
                <a:sym typeface="Roboto"/>
              </a:rPr>
              <a:t>Reported accuracy is an optimistic upper bound (real-world ~80–88%)</a:t>
            </a:r>
            <a:endParaRPr sz="1200">
              <a:solidFill>
                <a:srgbClr val="0A0A0A"/>
              </a:solidFill>
              <a:highlight>
                <a:srgbClr val="FDFDFC"/>
              </a:highlight>
              <a:latin typeface="Roboto"/>
              <a:ea typeface="Roboto"/>
              <a:cs typeface="Roboto"/>
              <a:sym typeface="Roboto"/>
            </a:endParaRPr>
          </a:p>
        </p:txBody>
      </p:sp>
      <p:pic>
        <p:nvPicPr>
          <p:cNvPr id="733" name="Google Shape;733;p93" title="Screenshot 2026-05-14 at 12.12.42.png"/>
          <p:cNvPicPr preferRelativeResize="0"/>
          <p:nvPr/>
        </p:nvPicPr>
        <p:blipFill>
          <a:blip r:embed="rId3">
            <a:alphaModFix/>
          </a:blip>
          <a:stretch>
            <a:fillRect/>
          </a:stretch>
        </p:blipFill>
        <p:spPr>
          <a:xfrm>
            <a:off x="8214475" y="109425"/>
            <a:ext cx="810826" cy="659315"/>
          </a:xfrm>
          <a:prstGeom prst="rect">
            <a:avLst/>
          </a:prstGeom>
          <a:noFill/>
          <a:ln>
            <a:noFill/>
          </a:ln>
        </p:spPr>
      </p:pic>
      <p:pic>
        <p:nvPicPr>
          <p:cNvPr id="734" name="Google Shape;734;p93"/>
          <p:cNvPicPr preferRelativeResize="0"/>
          <p:nvPr/>
        </p:nvPicPr>
        <p:blipFill>
          <a:blip r:embed="rId4">
            <a:alphaModFix/>
          </a:blip>
          <a:stretch>
            <a:fillRect/>
          </a:stretch>
        </p:blipFill>
        <p:spPr>
          <a:xfrm>
            <a:off x="7258600" y="0"/>
            <a:ext cx="911475" cy="911475"/>
          </a:xfrm>
          <a:prstGeom prst="rect">
            <a:avLst/>
          </a:prstGeom>
          <a:noFill/>
          <a:ln>
            <a:noFill/>
          </a:ln>
        </p:spPr>
      </p:pic>
      <p:pic>
        <p:nvPicPr>
          <p:cNvPr id="735" name="Google Shape;735;p93" title="Screenshot 2026-05-15 at 10.15.45.png"/>
          <p:cNvPicPr preferRelativeResize="0"/>
          <p:nvPr/>
        </p:nvPicPr>
        <p:blipFill>
          <a:blip r:embed="rId5">
            <a:alphaModFix/>
          </a:blip>
          <a:stretch>
            <a:fillRect/>
          </a:stretch>
        </p:blipFill>
        <p:spPr>
          <a:xfrm>
            <a:off x="6169972" y="264874"/>
            <a:ext cx="967000" cy="3484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94"/>
          <p:cNvSpPr txBox="1"/>
          <p:nvPr/>
        </p:nvSpPr>
        <p:spPr>
          <a:xfrm>
            <a:off x="259700" y="978075"/>
            <a:ext cx="71289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Thank you!</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Questions?</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GitHub: Task 1: </a:t>
            </a:r>
            <a:r>
              <a:rPr lang="en" sz="1100" u="sng">
                <a:solidFill>
                  <a:schemeClr val="hlink"/>
                </a:solidFill>
                <a:highlight>
                  <a:srgbClr val="FDFDFC"/>
                </a:highlight>
                <a:latin typeface="Courier New"/>
                <a:ea typeface="Courier New"/>
                <a:cs typeface="Courier New"/>
                <a:sym typeface="Courier New"/>
                <a:hlinkClick r:id="rId3"/>
              </a:rPr>
              <a:t>https://github.com/Foluwa/HRfH-2026-Team-4-Task-2</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GitHub: Task 2: </a:t>
            </a:r>
            <a:r>
              <a:rPr lang="en" sz="1100" u="sng">
                <a:solidFill>
                  <a:schemeClr val="hlink"/>
                </a:solidFill>
                <a:highlight>
                  <a:srgbClr val="FDFDFC"/>
                </a:highlight>
                <a:latin typeface="Courier New"/>
                <a:ea typeface="Courier New"/>
                <a:cs typeface="Courier New"/>
                <a:sym typeface="Courier New"/>
                <a:hlinkClick r:id="rId4"/>
              </a:rPr>
              <a:t>https://github.com/Foluwa/HRfH-2026-Team-4</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Team: Fantastic 4 (Group 4)</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Acknowledgements:</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 HRfH 2026 organisers</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 PPIE contributors: Lynn Laidlaw,</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 Matt Barker, Colette Kelly, Lissie Fahey</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 Faculty: Prof. Will Dixon, Dr. Mia Tackney,</a:t>
            </a:r>
            <a:endParaRPr sz="1100">
              <a:solidFill>
                <a:srgbClr val="1A1A1A"/>
              </a:solidFill>
              <a:highlight>
                <a:srgbClr val="FDFDFC"/>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 sz="1100">
                <a:solidFill>
                  <a:srgbClr val="1A1A1A"/>
                </a:solidFill>
                <a:highlight>
                  <a:srgbClr val="FDFDFC"/>
                </a:highlight>
                <a:latin typeface="Courier New"/>
                <a:ea typeface="Courier New"/>
                <a:cs typeface="Courier New"/>
                <a:sym typeface="Courier New"/>
              </a:rPr>
              <a:t> Dr. Alexander Pate</a:t>
            </a:r>
            <a:endParaRPr sz="1100">
              <a:solidFill>
                <a:srgbClr val="1A1A1A"/>
              </a:solidFill>
              <a:highlight>
                <a:srgbClr val="FDFDFC"/>
              </a:highlight>
              <a:latin typeface="Courier New"/>
              <a:ea typeface="Courier New"/>
              <a:cs typeface="Courier New"/>
              <a:sym typeface="Courier New"/>
            </a:endParaRPr>
          </a:p>
        </p:txBody>
      </p:sp>
      <p:pic>
        <p:nvPicPr>
          <p:cNvPr id="741" name="Google Shape;741;p94" title="Screenshot 2026-05-14 at 12.12.42.png"/>
          <p:cNvPicPr preferRelativeResize="0"/>
          <p:nvPr/>
        </p:nvPicPr>
        <p:blipFill>
          <a:blip r:embed="rId5">
            <a:alphaModFix/>
          </a:blip>
          <a:stretch>
            <a:fillRect/>
          </a:stretch>
        </p:blipFill>
        <p:spPr>
          <a:xfrm>
            <a:off x="8214475" y="109425"/>
            <a:ext cx="810826" cy="659315"/>
          </a:xfrm>
          <a:prstGeom prst="rect">
            <a:avLst/>
          </a:prstGeom>
          <a:noFill/>
          <a:ln>
            <a:noFill/>
          </a:ln>
        </p:spPr>
      </p:pic>
      <p:pic>
        <p:nvPicPr>
          <p:cNvPr id="742" name="Google Shape;742;p94"/>
          <p:cNvPicPr preferRelativeResize="0"/>
          <p:nvPr/>
        </p:nvPicPr>
        <p:blipFill>
          <a:blip r:embed="rId6">
            <a:alphaModFix/>
          </a:blip>
          <a:stretch>
            <a:fillRect/>
          </a:stretch>
        </p:blipFill>
        <p:spPr>
          <a:xfrm>
            <a:off x="7258600" y="0"/>
            <a:ext cx="911475" cy="911475"/>
          </a:xfrm>
          <a:prstGeom prst="rect">
            <a:avLst/>
          </a:prstGeom>
          <a:noFill/>
          <a:ln>
            <a:noFill/>
          </a:ln>
        </p:spPr>
      </p:pic>
      <p:pic>
        <p:nvPicPr>
          <p:cNvPr id="743" name="Google Shape;743;p94" title="Screenshot 2026-05-15 at 10.15.45.png"/>
          <p:cNvPicPr preferRelativeResize="0"/>
          <p:nvPr/>
        </p:nvPicPr>
        <p:blipFill>
          <a:blip r:embed="rId7">
            <a:alphaModFix/>
          </a:blip>
          <a:stretch>
            <a:fillRect/>
          </a:stretch>
        </p:blipFill>
        <p:spPr>
          <a:xfrm>
            <a:off x="6169972" y="264874"/>
            <a:ext cx="967000" cy="3484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Lines">
  <a:themeElements>
    <a:clrScheme name="Lines">
      <a:dk1>
        <a:srgbClr val="0F0F0F"/>
      </a:dk1>
      <a:lt1>
        <a:srgbClr val="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Lines">
  <a:themeElements>
    <a:clrScheme name="Lines">
      <a:dk1>
        <a:srgbClr val="0F0F0F"/>
      </a:dk1>
      <a:lt1>
        <a:srgbClr val="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